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ink/ink1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2" r:id="rId1"/>
    <p:sldMasterId id="2147483698" r:id="rId2"/>
    <p:sldMasterId id="2147483753" r:id="rId3"/>
  </p:sldMasterIdLst>
  <p:notesMasterIdLst>
    <p:notesMasterId r:id="rId11"/>
  </p:notesMasterIdLst>
  <p:handoutMasterIdLst>
    <p:handoutMasterId r:id="rId12"/>
  </p:handoutMasterIdLst>
  <p:sldIdLst>
    <p:sldId id="896" r:id="rId4"/>
    <p:sldId id="915" r:id="rId5"/>
    <p:sldId id="918" r:id="rId6"/>
    <p:sldId id="917" r:id="rId7"/>
    <p:sldId id="919" r:id="rId8"/>
    <p:sldId id="920" r:id="rId9"/>
    <p:sldId id="916" r:id="rId10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OWEET" id="{D34E524A-D6EF-4CBC-A13A-51C3740B0549}">
          <p14:sldIdLst>
            <p14:sldId id="896"/>
            <p14:sldId id="915"/>
            <p14:sldId id="918"/>
            <p14:sldId id="917"/>
            <p14:sldId id="919"/>
            <p14:sldId id="920"/>
            <p14:sldId id="916"/>
          </p14:sldIdLst>
        </p14:section>
        <p14:section name="CREDITS &amp; COPYRIGHTS" id="{96A22112-93F8-4FC4-92DC-51B794962ED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3" orient="horz" pos="3159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575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7408" userDrawn="1">
          <p15:clr>
            <a:srgbClr val="A4A3A4"/>
          </p15:clr>
        </p15:guide>
        <p15:guide id="10" pos="303" userDrawn="1">
          <p15:clr>
            <a:srgbClr val="A4A3A4"/>
          </p15:clr>
        </p15:guide>
        <p15:guide id="11" pos="1965" userDrawn="1">
          <p15:clr>
            <a:srgbClr val="A4A3A4"/>
          </p15:clr>
        </p15:guide>
        <p15:guide id="12" pos="5715" userDrawn="1">
          <p15:clr>
            <a:srgbClr val="A4A3A4"/>
          </p15:clr>
        </p15:guide>
        <p15:guide id="13" pos="4384" userDrawn="1">
          <p15:clr>
            <a:srgbClr val="A4A3A4"/>
          </p15:clr>
        </p15:guide>
        <p15:guide id="14" orient="horz" pos="3295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D5E"/>
    <a:srgbClr val="525052"/>
    <a:srgbClr val="535052"/>
    <a:srgbClr val="DA251E"/>
    <a:srgbClr val="20C54F"/>
    <a:srgbClr val="49CEEF"/>
    <a:srgbClr val="D4A36E"/>
    <a:srgbClr val="D0343C"/>
    <a:srgbClr val="8DB1C4"/>
    <a:srgbClr val="3D4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71" autoAdjust="0"/>
    <p:restoredTop sz="95417" autoAdjust="0"/>
  </p:normalViewPr>
  <p:slideViewPr>
    <p:cSldViewPr>
      <p:cViewPr varScale="1">
        <p:scale>
          <a:sx n="106" d="100"/>
          <a:sy n="106" d="100"/>
        </p:scale>
        <p:origin x="156" y="84"/>
      </p:cViewPr>
      <p:guideLst>
        <p:guide orient="horz" pos="2251"/>
        <p:guide orient="horz" pos="3159"/>
        <p:guide orient="horz" pos="981"/>
        <p:guide pos="3840"/>
        <p:guide pos="575"/>
        <p:guide pos="7105"/>
        <p:guide pos="7408"/>
        <p:guide pos="303"/>
        <p:guide pos="1965"/>
        <p:guide pos="5715"/>
        <p:guide pos="4384"/>
        <p:guide orient="horz" pos="3295"/>
        <p:guide orient="horz" pos="2160"/>
      </p:guideLst>
    </p:cSldViewPr>
  </p:slideViewPr>
  <p:outlineViewPr>
    <p:cViewPr>
      <p:scale>
        <a:sx n="33" d="100"/>
        <a:sy n="33" d="100"/>
      </p:scale>
      <p:origin x="0" y="-285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988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image" Target="../media/image13.jfif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image" Target="../media/image13.jfif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75DBB0-5900-468B-8782-B0D5F00FA3C7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FB2FA5-F432-40D6-9C6E-D5447FB0B898}">
      <dgm:prSet phldrT="[Текст]" custT="1"/>
      <dgm:spPr/>
      <dgm:t>
        <a:bodyPr/>
        <a:lstStyle/>
        <a:p>
          <a:r>
            <a:rPr lang="ru-RU" sz="1000" dirty="0"/>
            <a:t>Высококвалифицированный персонал</a:t>
          </a:r>
        </a:p>
      </dgm:t>
    </dgm:pt>
    <dgm:pt modelId="{B185B747-C07F-4CFA-AF45-69B67DC4D417}" type="parTrans" cxnId="{807265F0-96C3-4CA0-8AB0-4CFCBB4E4ABF}">
      <dgm:prSet/>
      <dgm:spPr/>
      <dgm:t>
        <a:bodyPr/>
        <a:lstStyle/>
        <a:p>
          <a:endParaRPr lang="ru-RU"/>
        </a:p>
      </dgm:t>
    </dgm:pt>
    <dgm:pt modelId="{1A4DA81B-CF0D-4850-B887-229503B89D7F}" type="sibTrans" cxnId="{807265F0-96C3-4CA0-8AB0-4CFCBB4E4AB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</dgm:spPr>
      <dgm:t>
        <a:bodyPr/>
        <a:lstStyle/>
        <a:p>
          <a:endParaRPr lang="ru-RU"/>
        </a:p>
      </dgm:t>
    </dgm:pt>
    <dgm:pt modelId="{2C92F792-0CCE-43AC-8113-445631A0FC8D}">
      <dgm:prSet phldrT="[Текст]" custT="1"/>
      <dgm:spPr/>
      <dgm:t>
        <a:bodyPr/>
        <a:lstStyle/>
        <a:p>
          <a:r>
            <a:rPr lang="kk-KZ" sz="1000" dirty="0"/>
            <a:t>Сырьевая база расположено в экологически чистых районах</a:t>
          </a:r>
          <a:endParaRPr lang="ru-RU" sz="1000" dirty="0"/>
        </a:p>
      </dgm:t>
    </dgm:pt>
    <dgm:pt modelId="{B15CAF84-B468-4793-AD89-8B9A85D62637}" type="parTrans" cxnId="{04CD290E-EDDE-4830-A001-766BCE901295}">
      <dgm:prSet/>
      <dgm:spPr/>
      <dgm:t>
        <a:bodyPr/>
        <a:lstStyle/>
        <a:p>
          <a:endParaRPr lang="ru-RU"/>
        </a:p>
      </dgm:t>
    </dgm:pt>
    <dgm:pt modelId="{FF037959-8FFB-440A-8418-CB7343128AA1}" type="sibTrans" cxnId="{04CD290E-EDDE-4830-A001-766BCE901295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ru-RU"/>
        </a:p>
      </dgm:t>
    </dgm:pt>
    <dgm:pt modelId="{3F651907-B759-4545-9676-A7CDE8395C06}">
      <dgm:prSet phldrT="[Текст]" custT="1"/>
      <dgm:spPr/>
      <dgm:t>
        <a:bodyPr/>
        <a:lstStyle/>
        <a:p>
          <a:r>
            <a:rPr lang="kk-KZ" sz="1000" dirty="0"/>
            <a:t>Европейское оборудовани</a:t>
          </a:r>
          <a:endParaRPr lang="ru-RU" sz="1000" dirty="0"/>
        </a:p>
      </dgm:t>
    </dgm:pt>
    <dgm:pt modelId="{015B46E5-DBBF-4C8D-B988-E1C5D137ED19}" type="parTrans" cxnId="{D42CC4C5-EB40-497B-99B3-1656A5A5CDDE}">
      <dgm:prSet/>
      <dgm:spPr/>
      <dgm:t>
        <a:bodyPr/>
        <a:lstStyle/>
        <a:p>
          <a:endParaRPr lang="ru-RU"/>
        </a:p>
      </dgm:t>
    </dgm:pt>
    <dgm:pt modelId="{93EFC0A2-B5D6-4EB3-BD90-5429A265BCE4}" type="sibTrans" cxnId="{D42CC4C5-EB40-497B-99B3-1656A5A5CDDE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ru-RU"/>
        </a:p>
      </dgm:t>
    </dgm:pt>
    <dgm:pt modelId="{7A769530-859B-402E-8445-4F2415EEAD40}" type="pres">
      <dgm:prSet presAssocID="{1975DBB0-5900-468B-8782-B0D5F00FA3C7}" presName="Name0" presStyleCnt="0">
        <dgm:presLayoutVars>
          <dgm:chMax val="21"/>
          <dgm:chPref val="21"/>
        </dgm:presLayoutVars>
      </dgm:prSet>
      <dgm:spPr/>
    </dgm:pt>
    <dgm:pt modelId="{2DFE7750-EBAE-4EBF-9C12-82BE03EB4766}" type="pres">
      <dgm:prSet presAssocID="{EEFB2FA5-F432-40D6-9C6E-D5447FB0B898}" presName="text1" presStyleCnt="0"/>
      <dgm:spPr/>
    </dgm:pt>
    <dgm:pt modelId="{216AF9E6-AF3E-402F-BAC8-DD6DAD9354AD}" type="pres">
      <dgm:prSet presAssocID="{EEFB2FA5-F432-40D6-9C6E-D5447FB0B898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5A12EB-18F9-4F71-8616-A2C8E0B80F6A}" type="pres">
      <dgm:prSet presAssocID="{EEFB2FA5-F432-40D6-9C6E-D5447FB0B898}" presName="textaccent1" presStyleCnt="0"/>
      <dgm:spPr/>
    </dgm:pt>
    <dgm:pt modelId="{42ED0E6D-5E10-45A2-89D6-C58E68BDF5EC}" type="pres">
      <dgm:prSet presAssocID="{EEFB2FA5-F432-40D6-9C6E-D5447FB0B898}" presName="accentRepeatNode" presStyleLbl="solidAlignAcc1" presStyleIdx="0" presStyleCnt="6"/>
      <dgm:spPr/>
    </dgm:pt>
    <dgm:pt modelId="{B48F6322-78BB-4D23-8BD8-C7EFC26B1914}" type="pres">
      <dgm:prSet presAssocID="{1A4DA81B-CF0D-4850-B887-229503B89D7F}" presName="image1" presStyleCnt="0"/>
      <dgm:spPr/>
    </dgm:pt>
    <dgm:pt modelId="{BA74668A-1E05-4161-8D98-77D1FEF688E7}" type="pres">
      <dgm:prSet presAssocID="{1A4DA81B-CF0D-4850-B887-229503B89D7F}" presName="imageRepeatNode" presStyleLbl="alignAcc1" presStyleIdx="0" presStyleCnt="3"/>
      <dgm:spPr/>
    </dgm:pt>
    <dgm:pt modelId="{F140C861-3126-41CA-A3F6-D6DC36B201FE}" type="pres">
      <dgm:prSet presAssocID="{1A4DA81B-CF0D-4850-B887-229503B89D7F}" presName="imageaccent1" presStyleCnt="0"/>
      <dgm:spPr/>
    </dgm:pt>
    <dgm:pt modelId="{18BAAAC0-E0E5-40BF-985C-7B43BE4E44C6}" type="pres">
      <dgm:prSet presAssocID="{1A4DA81B-CF0D-4850-B887-229503B89D7F}" presName="accentRepeatNode" presStyleLbl="solidAlignAcc1" presStyleIdx="1" presStyleCnt="6"/>
      <dgm:spPr/>
    </dgm:pt>
    <dgm:pt modelId="{4F5B6C34-DDA1-471F-953C-9B0B2DE5CCA4}" type="pres">
      <dgm:prSet presAssocID="{2C92F792-0CCE-43AC-8113-445631A0FC8D}" presName="text2" presStyleCnt="0"/>
      <dgm:spPr/>
    </dgm:pt>
    <dgm:pt modelId="{E5BE5F38-FFF9-47B8-9BD6-929FC02F16AB}" type="pres">
      <dgm:prSet presAssocID="{2C92F792-0CCE-43AC-8113-445631A0FC8D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AC5608B-1A01-4F74-A78F-B2183C1A6124}" type="pres">
      <dgm:prSet presAssocID="{2C92F792-0CCE-43AC-8113-445631A0FC8D}" presName="textaccent2" presStyleCnt="0"/>
      <dgm:spPr/>
    </dgm:pt>
    <dgm:pt modelId="{84F44EAE-E7E6-4591-9E9F-3C85240AAD79}" type="pres">
      <dgm:prSet presAssocID="{2C92F792-0CCE-43AC-8113-445631A0FC8D}" presName="accentRepeatNode" presStyleLbl="solidAlignAcc1" presStyleIdx="2" presStyleCnt="6"/>
      <dgm:spPr/>
    </dgm:pt>
    <dgm:pt modelId="{19006980-59F9-4764-AC18-5EE0D28DADC8}" type="pres">
      <dgm:prSet presAssocID="{FF037959-8FFB-440A-8418-CB7343128AA1}" presName="image2" presStyleCnt="0"/>
      <dgm:spPr/>
    </dgm:pt>
    <dgm:pt modelId="{288337A2-87C5-42AD-9CCF-17230AB25350}" type="pres">
      <dgm:prSet presAssocID="{FF037959-8FFB-440A-8418-CB7343128AA1}" presName="imageRepeatNode" presStyleLbl="alignAcc1" presStyleIdx="1" presStyleCnt="3" custLinFactNeighborY="-1422"/>
      <dgm:spPr/>
    </dgm:pt>
    <dgm:pt modelId="{A2113054-9773-4350-A6A1-D689DB9418F1}" type="pres">
      <dgm:prSet presAssocID="{FF037959-8FFB-440A-8418-CB7343128AA1}" presName="imageaccent2" presStyleCnt="0"/>
      <dgm:spPr/>
    </dgm:pt>
    <dgm:pt modelId="{14BFFC91-D81C-4C8A-A538-3F8C0745BC7B}" type="pres">
      <dgm:prSet presAssocID="{FF037959-8FFB-440A-8418-CB7343128AA1}" presName="accentRepeatNode" presStyleLbl="solidAlignAcc1" presStyleIdx="3" presStyleCnt="6"/>
      <dgm:spPr/>
    </dgm:pt>
    <dgm:pt modelId="{5CB412AF-F3DE-4CB6-9F76-A0C8D3BB4888}" type="pres">
      <dgm:prSet presAssocID="{3F651907-B759-4545-9676-A7CDE8395C06}" presName="text3" presStyleCnt="0"/>
      <dgm:spPr/>
    </dgm:pt>
    <dgm:pt modelId="{881B8647-7FDF-4939-8B47-F4FF4E0B911B}" type="pres">
      <dgm:prSet presAssocID="{3F651907-B759-4545-9676-A7CDE8395C06}" presName="textRepeatNode" presStyleLbl="alignNode1" presStyleIdx="2" presStyleCnt="3" custLinFactNeighborY="2564">
        <dgm:presLayoutVars>
          <dgm:chMax val="0"/>
          <dgm:chPref val="0"/>
          <dgm:bulletEnabled val="1"/>
        </dgm:presLayoutVars>
      </dgm:prSet>
      <dgm:spPr/>
    </dgm:pt>
    <dgm:pt modelId="{9282F1A4-2E42-4573-94F7-7AE632554804}" type="pres">
      <dgm:prSet presAssocID="{3F651907-B759-4545-9676-A7CDE8395C06}" presName="textaccent3" presStyleCnt="0"/>
      <dgm:spPr/>
    </dgm:pt>
    <dgm:pt modelId="{6AC67CA7-4071-4221-8F68-FB46B71D3445}" type="pres">
      <dgm:prSet presAssocID="{3F651907-B759-4545-9676-A7CDE8395C06}" presName="accentRepeatNode" presStyleLbl="solidAlignAcc1" presStyleIdx="4" presStyleCnt="6"/>
      <dgm:spPr/>
    </dgm:pt>
    <dgm:pt modelId="{9A2D538A-16E0-426E-A169-17DE5F433B1F}" type="pres">
      <dgm:prSet presAssocID="{93EFC0A2-B5D6-4EB3-BD90-5429A265BCE4}" presName="image3" presStyleCnt="0"/>
      <dgm:spPr/>
    </dgm:pt>
    <dgm:pt modelId="{24C35DFC-1EA9-4725-B42E-31456AF3CED3}" type="pres">
      <dgm:prSet presAssocID="{93EFC0A2-B5D6-4EB3-BD90-5429A265BCE4}" presName="imageRepeatNode" presStyleLbl="alignAcc1" presStyleIdx="2" presStyleCnt="3"/>
      <dgm:spPr/>
    </dgm:pt>
    <dgm:pt modelId="{7030B131-57B9-45A6-A6C7-6C56B78FE2B4}" type="pres">
      <dgm:prSet presAssocID="{93EFC0A2-B5D6-4EB3-BD90-5429A265BCE4}" presName="imageaccent3" presStyleCnt="0"/>
      <dgm:spPr/>
    </dgm:pt>
    <dgm:pt modelId="{9E45F88C-9B50-4D30-85F7-A0CB8EA4F242}" type="pres">
      <dgm:prSet presAssocID="{93EFC0A2-B5D6-4EB3-BD90-5429A265BCE4}" presName="accentRepeatNode" presStyleLbl="solidAlignAcc1" presStyleIdx="5" presStyleCnt="6"/>
      <dgm:spPr/>
    </dgm:pt>
  </dgm:ptLst>
  <dgm:cxnLst>
    <dgm:cxn modelId="{25705E06-0727-4BA6-AB7B-A7DACAAF6F9F}" type="presOf" srcId="{FF037959-8FFB-440A-8418-CB7343128AA1}" destId="{288337A2-87C5-42AD-9CCF-17230AB25350}" srcOrd="0" destOrd="0" presId="urn:microsoft.com/office/officeart/2008/layout/HexagonCluster"/>
    <dgm:cxn modelId="{04CD290E-EDDE-4830-A001-766BCE901295}" srcId="{1975DBB0-5900-468B-8782-B0D5F00FA3C7}" destId="{2C92F792-0CCE-43AC-8113-445631A0FC8D}" srcOrd="1" destOrd="0" parTransId="{B15CAF84-B468-4793-AD89-8B9A85D62637}" sibTransId="{FF037959-8FFB-440A-8418-CB7343128AA1}"/>
    <dgm:cxn modelId="{1345A343-22F7-4CCF-BBDF-A10E324618B3}" type="presOf" srcId="{3F651907-B759-4545-9676-A7CDE8395C06}" destId="{881B8647-7FDF-4939-8B47-F4FF4E0B911B}" srcOrd="0" destOrd="0" presId="urn:microsoft.com/office/officeart/2008/layout/HexagonCluster"/>
    <dgm:cxn modelId="{25F68183-5289-4AE7-AA93-8C0A39CE878A}" type="presOf" srcId="{2C92F792-0CCE-43AC-8113-445631A0FC8D}" destId="{E5BE5F38-FFF9-47B8-9BD6-929FC02F16AB}" srcOrd="0" destOrd="0" presId="urn:microsoft.com/office/officeart/2008/layout/HexagonCluster"/>
    <dgm:cxn modelId="{2630BDBA-0860-4006-87F5-7E7C8648E334}" type="presOf" srcId="{93EFC0A2-B5D6-4EB3-BD90-5429A265BCE4}" destId="{24C35DFC-1EA9-4725-B42E-31456AF3CED3}" srcOrd="0" destOrd="0" presId="urn:microsoft.com/office/officeart/2008/layout/HexagonCluster"/>
    <dgm:cxn modelId="{8BC61BBF-0BF1-446D-912F-6ED16AED272A}" type="presOf" srcId="{EEFB2FA5-F432-40D6-9C6E-D5447FB0B898}" destId="{216AF9E6-AF3E-402F-BAC8-DD6DAD9354AD}" srcOrd="0" destOrd="0" presId="urn:microsoft.com/office/officeart/2008/layout/HexagonCluster"/>
    <dgm:cxn modelId="{D42CC4C5-EB40-497B-99B3-1656A5A5CDDE}" srcId="{1975DBB0-5900-468B-8782-B0D5F00FA3C7}" destId="{3F651907-B759-4545-9676-A7CDE8395C06}" srcOrd="2" destOrd="0" parTransId="{015B46E5-DBBF-4C8D-B988-E1C5D137ED19}" sibTransId="{93EFC0A2-B5D6-4EB3-BD90-5429A265BCE4}"/>
    <dgm:cxn modelId="{C3FC6DE3-E0DE-4180-B214-1FC807826659}" type="presOf" srcId="{1975DBB0-5900-468B-8782-B0D5F00FA3C7}" destId="{7A769530-859B-402E-8445-4F2415EEAD40}" srcOrd="0" destOrd="0" presId="urn:microsoft.com/office/officeart/2008/layout/HexagonCluster"/>
    <dgm:cxn modelId="{2A2D85EF-5379-44CB-9D49-CB3FAF39A5A8}" type="presOf" srcId="{1A4DA81B-CF0D-4850-B887-229503B89D7F}" destId="{BA74668A-1E05-4161-8D98-77D1FEF688E7}" srcOrd="0" destOrd="0" presId="urn:microsoft.com/office/officeart/2008/layout/HexagonCluster"/>
    <dgm:cxn modelId="{807265F0-96C3-4CA0-8AB0-4CFCBB4E4ABF}" srcId="{1975DBB0-5900-468B-8782-B0D5F00FA3C7}" destId="{EEFB2FA5-F432-40D6-9C6E-D5447FB0B898}" srcOrd="0" destOrd="0" parTransId="{B185B747-C07F-4CFA-AF45-69B67DC4D417}" sibTransId="{1A4DA81B-CF0D-4850-B887-229503B89D7F}"/>
    <dgm:cxn modelId="{6F9EFF42-A02E-49EA-98BC-989F62D93C29}" type="presParOf" srcId="{7A769530-859B-402E-8445-4F2415EEAD40}" destId="{2DFE7750-EBAE-4EBF-9C12-82BE03EB4766}" srcOrd="0" destOrd="0" presId="urn:microsoft.com/office/officeart/2008/layout/HexagonCluster"/>
    <dgm:cxn modelId="{18739331-0FFC-4119-A148-9BF9C2599DE8}" type="presParOf" srcId="{2DFE7750-EBAE-4EBF-9C12-82BE03EB4766}" destId="{216AF9E6-AF3E-402F-BAC8-DD6DAD9354AD}" srcOrd="0" destOrd="0" presId="urn:microsoft.com/office/officeart/2008/layout/HexagonCluster"/>
    <dgm:cxn modelId="{3C3DD4EE-09B3-48B2-B4EF-BBEADB6012C1}" type="presParOf" srcId="{7A769530-859B-402E-8445-4F2415EEAD40}" destId="{135A12EB-18F9-4F71-8616-A2C8E0B80F6A}" srcOrd="1" destOrd="0" presId="urn:microsoft.com/office/officeart/2008/layout/HexagonCluster"/>
    <dgm:cxn modelId="{406B75E6-A941-44E1-A073-DCA8DCA55755}" type="presParOf" srcId="{135A12EB-18F9-4F71-8616-A2C8E0B80F6A}" destId="{42ED0E6D-5E10-45A2-89D6-C58E68BDF5EC}" srcOrd="0" destOrd="0" presId="urn:microsoft.com/office/officeart/2008/layout/HexagonCluster"/>
    <dgm:cxn modelId="{C5D57BA4-8B83-4031-935E-7A865F73ECB6}" type="presParOf" srcId="{7A769530-859B-402E-8445-4F2415EEAD40}" destId="{B48F6322-78BB-4D23-8BD8-C7EFC26B1914}" srcOrd="2" destOrd="0" presId="urn:microsoft.com/office/officeart/2008/layout/HexagonCluster"/>
    <dgm:cxn modelId="{ADB8C0FD-7146-4F1A-9544-F587D2D556F7}" type="presParOf" srcId="{B48F6322-78BB-4D23-8BD8-C7EFC26B1914}" destId="{BA74668A-1E05-4161-8D98-77D1FEF688E7}" srcOrd="0" destOrd="0" presId="urn:microsoft.com/office/officeart/2008/layout/HexagonCluster"/>
    <dgm:cxn modelId="{395B4789-E25B-446B-849E-1900568E07DF}" type="presParOf" srcId="{7A769530-859B-402E-8445-4F2415EEAD40}" destId="{F140C861-3126-41CA-A3F6-D6DC36B201FE}" srcOrd="3" destOrd="0" presId="urn:microsoft.com/office/officeart/2008/layout/HexagonCluster"/>
    <dgm:cxn modelId="{42D41A0A-6FEE-4170-AAD6-E5F5E1749F07}" type="presParOf" srcId="{F140C861-3126-41CA-A3F6-D6DC36B201FE}" destId="{18BAAAC0-E0E5-40BF-985C-7B43BE4E44C6}" srcOrd="0" destOrd="0" presId="urn:microsoft.com/office/officeart/2008/layout/HexagonCluster"/>
    <dgm:cxn modelId="{E85A3E1B-94B5-470B-9E50-AD16737E3148}" type="presParOf" srcId="{7A769530-859B-402E-8445-4F2415EEAD40}" destId="{4F5B6C34-DDA1-471F-953C-9B0B2DE5CCA4}" srcOrd="4" destOrd="0" presId="urn:microsoft.com/office/officeart/2008/layout/HexagonCluster"/>
    <dgm:cxn modelId="{D9E3333B-829B-4751-ABBF-3CCBB00E772D}" type="presParOf" srcId="{4F5B6C34-DDA1-471F-953C-9B0B2DE5CCA4}" destId="{E5BE5F38-FFF9-47B8-9BD6-929FC02F16AB}" srcOrd="0" destOrd="0" presId="urn:microsoft.com/office/officeart/2008/layout/HexagonCluster"/>
    <dgm:cxn modelId="{B0405888-6A09-458B-9AF4-9A0433FA8849}" type="presParOf" srcId="{7A769530-859B-402E-8445-4F2415EEAD40}" destId="{2AC5608B-1A01-4F74-A78F-B2183C1A6124}" srcOrd="5" destOrd="0" presId="urn:microsoft.com/office/officeart/2008/layout/HexagonCluster"/>
    <dgm:cxn modelId="{324941D3-8126-455F-8C48-40CEC4E7A6BA}" type="presParOf" srcId="{2AC5608B-1A01-4F74-A78F-B2183C1A6124}" destId="{84F44EAE-E7E6-4591-9E9F-3C85240AAD79}" srcOrd="0" destOrd="0" presId="urn:microsoft.com/office/officeart/2008/layout/HexagonCluster"/>
    <dgm:cxn modelId="{9D4159B7-4115-48CD-95A8-B61B6FA6531F}" type="presParOf" srcId="{7A769530-859B-402E-8445-4F2415EEAD40}" destId="{19006980-59F9-4764-AC18-5EE0D28DADC8}" srcOrd="6" destOrd="0" presId="urn:microsoft.com/office/officeart/2008/layout/HexagonCluster"/>
    <dgm:cxn modelId="{C6BD2638-99C7-4445-B6EF-66956982D422}" type="presParOf" srcId="{19006980-59F9-4764-AC18-5EE0D28DADC8}" destId="{288337A2-87C5-42AD-9CCF-17230AB25350}" srcOrd="0" destOrd="0" presId="urn:microsoft.com/office/officeart/2008/layout/HexagonCluster"/>
    <dgm:cxn modelId="{B3C9FDC9-84A1-415F-BED2-3A1EBF66105A}" type="presParOf" srcId="{7A769530-859B-402E-8445-4F2415EEAD40}" destId="{A2113054-9773-4350-A6A1-D689DB9418F1}" srcOrd="7" destOrd="0" presId="urn:microsoft.com/office/officeart/2008/layout/HexagonCluster"/>
    <dgm:cxn modelId="{771460F8-E6D1-480A-85C7-EEECBB982C37}" type="presParOf" srcId="{A2113054-9773-4350-A6A1-D689DB9418F1}" destId="{14BFFC91-D81C-4C8A-A538-3F8C0745BC7B}" srcOrd="0" destOrd="0" presId="urn:microsoft.com/office/officeart/2008/layout/HexagonCluster"/>
    <dgm:cxn modelId="{17892B56-5411-492E-925D-1C78ECE46619}" type="presParOf" srcId="{7A769530-859B-402E-8445-4F2415EEAD40}" destId="{5CB412AF-F3DE-4CB6-9F76-A0C8D3BB4888}" srcOrd="8" destOrd="0" presId="urn:microsoft.com/office/officeart/2008/layout/HexagonCluster"/>
    <dgm:cxn modelId="{EACA859A-AF7F-4D24-B7C5-F02C437EF45C}" type="presParOf" srcId="{5CB412AF-F3DE-4CB6-9F76-A0C8D3BB4888}" destId="{881B8647-7FDF-4939-8B47-F4FF4E0B911B}" srcOrd="0" destOrd="0" presId="urn:microsoft.com/office/officeart/2008/layout/HexagonCluster"/>
    <dgm:cxn modelId="{076D229E-8ED8-432D-8719-3510975D198E}" type="presParOf" srcId="{7A769530-859B-402E-8445-4F2415EEAD40}" destId="{9282F1A4-2E42-4573-94F7-7AE632554804}" srcOrd="9" destOrd="0" presId="urn:microsoft.com/office/officeart/2008/layout/HexagonCluster"/>
    <dgm:cxn modelId="{B6E83ED3-AC88-4EF8-A3A1-BF2AAF8F95BE}" type="presParOf" srcId="{9282F1A4-2E42-4573-94F7-7AE632554804}" destId="{6AC67CA7-4071-4221-8F68-FB46B71D3445}" srcOrd="0" destOrd="0" presId="urn:microsoft.com/office/officeart/2008/layout/HexagonCluster"/>
    <dgm:cxn modelId="{45B22B59-0F4C-48FD-B5FA-7C563851F65D}" type="presParOf" srcId="{7A769530-859B-402E-8445-4F2415EEAD40}" destId="{9A2D538A-16E0-426E-A169-17DE5F433B1F}" srcOrd="10" destOrd="0" presId="urn:microsoft.com/office/officeart/2008/layout/HexagonCluster"/>
    <dgm:cxn modelId="{BA392031-A866-4666-8B92-3DF284769170}" type="presParOf" srcId="{9A2D538A-16E0-426E-A169-17DE5F433B1F}" destId="{24C35DFC-1EA9-4725-B42E-31456AF3CED3}" srcOrd="0" destOrd="0" presId="urn:microsoft.com/office/officeart/2008/layout/HexagonCluster"/>
    <dgm:cxn modelId="{DE4699B5-92C9-4A1C-9326-E854A2E1EF18}" type="presParOf" srcId="{7A769530-859B-402E-8445-4F2415EEAD40}" destId="{7030B131-57B9-45A6-A6C7-6C56B78FE2B4}" srcOrd="11" destOrd="0" presId="urn:microsoft.com/office/officeart/2008/layout/HexagonCluster"/>
    <dgm:cxn modelId="{09B3F49F-4724-4D85-8A23-45388FCD22C3}" type="presParOf" srcId="{7030B131-57B9-45A6-A6C7-6C56B78FE2B4}" destId="{9E45F88C-9B50-4D30-85F7-A0CB8EA4F242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75DBB0-5900-468B-8782-B0D5F00FA3C7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FB2FA5-F432-40D6-9C6E-D5447FB0B898}">
      <dgm:prSet phldrT="[Текст]" custT="1"/>
      <dgm:spPr/>
      <dgm:t>
        <a:bodyPr/>
        <a:lstStyle/>
        <a:p>
          <a:r>
            <a:rPr lang="kk-KZ" sz="1000" dirty="0"/>
            <a:t>Собственый автопарк</a:t>
          </a:r>
          <a:endParaRPr lang="ru-RU" sz="1000" dirty="0"/>
        </a:p>
      </dgm:t>
    </dgm:pt>
    <dgm:pt modelId="{B185B747-C07F-4CFA-AF45-69B67DC4D417}" type="parTrans" cxnId="{807265F0-96C3-4CA0-8AB0-4CFCBB4E4ABF}">
      <dgm:prSet/>
      <dgm:spPr/>
      <dgm:t>
        <a:bodyPr/>
        <a:lstStyle/>
        <a:p>
          <a:endParaRPr lang="ru-RU"/>
        </a:p>
      </dgm:t>
    </dgm:pt>
    <dgm:pt modelId="{1A4DA81B-CF0D-4850-B887-229503B89D7F}" type="sibTrans" cxnId="{807265F0-96C3-4CA0-8AB0-4CFCBB4E4AB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</dgm:spPr>
      <dgm:t>
        <a:bodyPr/>
        <a:lstStyle/>
        <a:p>
          <a:endParaRPr lang="ru-RU"/>
        </a:p>
      </dgm:t>
    </dgm:pt>
    <dgm:pt modelId="{2C92F792-0CCE-43AC-8113-445631A0FC8D}">
      <dgm:prSet phldrT="[Текст]" custT="1"/>
      <dgm:spPr/>
      <dgm:t>
        <a:bodyPr/>
        <a:lstStyle/>
        <a:p>
          <a:r>
            <a:rPr lang="ru-RU" sz="1000" dirty="0"/>
            <a:t>Международная система качества</a:t>
          </a:r>
        </a:p>
      </dgm:t>
    </dgm:pt>
    <dgm:pt modelId="{B15CAF84-B468-4793-AD89-8B9A85D62637}" type="parTrans" cxnId="{04CD290E-EDDE-4830-A001-766BCE901295}">
      <dgm:prSet/>
      <dgm:spPr/>
      <dgm:t>
        <a:bodyPr/>
        <a:lstStyle/>
        <a:p>
          <a:endParaRPr lang="ru-RU"/>
        </a:p>
      </dgm:t>
    </dgm:pt>
    <dgm:pt modelId="{FF037959-8FFB-440A-8418-CB7343128AA1}" type="sibTrans" cxnId="{04CD290E-EDDE-4830-A001-766BCE901295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  <dgm:t>
        <a:bodyPr/>
        <a:lstStyle/>
        <a:p>
          <a:endParaRPr lang="ru-RU"/>
        </a:p>
      </dgm:t>
    </dgm:pt>
    <dgm:pt modelId="{3F651907-B759-4545-9676-A7CDE8395C06}">
      <dgm:prSet phldrT="[Текст]" custT="1"/>
      <dgm:spPr/>
      <dgm:t>
        <a:bodyPr/>
        <a:lstStyle/>
        <a:p>
          <a:r>
            <a:rPr lang="ru-RU" sz="1000" dirty="0"/>
            <a:t>Безотходное производство</a:t>
          </a:r>
        </a:p>
      </dgm:t>
    </dgm:pt>
    <dgm:pt modelId="{015B46E5-DBBF-4C8D-B988-E1C5D137ED19}" type="parTrans" cxnId="{D42CC4C5-EB40-497B-99B3-1656A5A5CDDE}">
      <dgm:prSet/>
      <dgm:spPr/>
      <dgm:t>
        <a:bodyPr/>
        <a:lstStyle/>
        <a:p>
          <a:endParaRPr lang="ru-RU"/>
        </a:p>
      </dgm:t>
    </dgm:pt>
    <dgm:pt modelId="{93EFC0A2-B5D6-4EB3-BD90-5429A265BCE4}" type="sibTrans" cxnId="{D42CC4C5-EB40-497B-99B3-1656A5A5CDDE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ru-RU"/>
        </a:p>
      </dgm:t>
    </dgm:pt>
    <dgm:pt modelId="{7A769530-859B-402E-8445-4F2415EEAD40}" type="pres">
      <dgm:prSet presAssocID="{1975DBB0-5900-468B-8782-B0D5F00FA3C7}" presName="Name0" presStyleCnt="0">
        <dgm:presLayoutVars>
          <dgm:chMax val="21"/>
          <dgm:chPref val="21"/>
        </dgm:presLayoutVars>
      </dgm:prSet>
      <dgm:spPr/>
    </dgm:pt>
    <dgm:pt modelId="{2DFE7750-EBAE-4EBF-9C12-82BE03EB4766}" type="pres">
      <dgm:prSet presAssocID="{EEFB2FA5-F432-40D6-9C6E-D5447FB0B898}" presName="text1" presStyleCnt="0"/>
      <dgm:spPr/>
    </dgm:pt>
    <dgm:pt modelId="{216AF9E6-AF3E-402F-BAC8-DD6DAD9354AD}" type="pres">
      <dgm:prSet presAssocID="{EEFB2FA5-F432-40D6-9C6E-D5447FB0B898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5A12EB-18F9-4F71-8616-A2C8E0B80F6A}" type="pres">
      <dgm:prSet presAssocID="{EEFB2FA5-F432-40D6-9C6E-D5447FB0B898}" presName="textaccent1" presStyleCnt="0"/>
      <dgm:spPr/>
    </dgm:pt>
    <dgm:pt modelId="{42ED0E6D-5E10-45A2-89D6-C58E68BDF5EC}" type="pres">
      <dgm:prSet presAssocID="{EEFB2FA5-F432-40D6-9C6E-D5447FB0B898}" presName="accentRepeatNode" presStyleLbl="solidAlignAcc1" presStyleIdx="0" presStyleCnt="6"/>
      <dgm:spPr/>
    </dgm:pt>
    <dgm:pt modelId="{B48F6322-78BB-4D23-8BD8-C7EFC26B1914}" type="pres">
      <dgm:prSet presAssocID="{1A4DA81B-CF0D-4850-B887-229503B89D7F}" presName="image1" presStyleCnt="0"/>
      <dgm:spPr/>
    </dgm:pt>
    <dgm:pt modelId="{BA74668A-1E05-4161-8D98-77D1FEF688E7}" type="pres">
      <dgm:prSet presAssocID="{1A4DA81B-CF0D-4850-B887-229503B89D7F}" presName="imageRepeatNode" presStyleLbl="alignAcc1" presStyleIdx="0" presStyleCnt="3"/>
      <dgm:spPr/>
    </dgm:pt>
    <dgm:pt modelId="{F140C861-3126-41CA-A3F6-D6DC36B201FE}" type="pres">
      <dgm:prSet presAssocID="{1A4DA81B-CF0D-4850-B887-229503B89D7F}" presName="imageaccent1" presStyleCnt="0"/>
      <dgm:spPr/>
    </dgm:pt>
    <dgm:pt modelId="{18BAAAC0-E0E5-40BF-985C-7B43BE4E44C6}" type="pres">
      <dgm:prSet presAssocID="{1A4DA81B-CF0D-4850-B887-229503B89D7F}" presName="accentRepeatNode" presStyleLbl="solidAlignAcc1" presStyleIdx="1" presStyleCnt="6"/>
      <dgm:spPr/>
    </dgm:pt>
    <dgm:pt modelId="{4F5B6C34-DDA1-471F-953C-9B0B2DE5CCA4}" type="pres">
      <dgm:prSet presAssocID="{2C92F792-0CCE-43AC-8113-445631A0FC8D}" presName="text2" presStyleCnt="0"/>
      <dgm:spPr/>
    </dgm:pt>
    <dgm:pt modelId="{E5BE5F38-FFF9-47B8-9BD6-929FC02F16AB}" type="pres">
      <dgm:prSet presAssocID="{2C92F792-0CCE-43AC-8113-445631A0FC8D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AC5608B-1A01-4F74-A78F-B2183C1A6124}" type="pres">
      <dgm:prSet presAssocID="{2C92F792-0CCE-43AC-8113-445631A0FC8D}" presName="textaccent2" presStyleCnt="0"/>
      <dgm:spPr/>
    </dgm:pt>
    <dgm:pt modelId="{84F44EAE-E7E6-4591-9E9F-3C85240AAD79}" type="pres">
      <dgm:prSet presAssocID="{2C92F792-0CCE-43AC-8113-445631A0FC8D}" presName="accentRepeatNode" presStyleLbl="solidAlignAcc1" presStyleIdx="2" presStyleCnt="6"/>
      <dgm:spPr/>
    </dgm:pt>
    <dgm:pt modelId="{19006980-59F9-4764-AC18-5EE0D28DADC8}" type="pres">
      <dgm:prSet presAssocID="{FF037959-8FFB-440A-8418-CB7343128AA1}" presName="image2" presStyleCnt="0"/>
      <dgm:spPr/>
    </dgm:pt>
    <dgm:pt modelId="{288337A2-87C5-42AD-9CCF-17230AB25350}" type="pres">
      <dgm:prSet presAssocID="{FF037959-8FFB-440A-8418-CB7343128AA1}" presName="imageRepeatNode" presStyleLbl="alignAcc1" presStyleIdx="1" presStyleCnt="3"/>
      <dgm:spPr/>
    </dgm:pt>
    <dgm:pt modelId="{A2113054-9773-4350-A6A1-D689DB9418F1}" type="pres">
      <dgm:prSet presAssocID="{FF037959-8FFB-440A-8418-CB7343128AA1}" presName="imageaccent2" presStyleCnt="0"/>
      <dgm:spPr/>
    </dgm:pt>
    <dgm:pt modelId="{14BFFC91-D81C-4C8A-A538-3F8C0745BC7B}" type="pres">
      <dgm:prSet presAssocID="{FF037959-8FFB-440A-8418-CB7343128AA1}" presName="accentRepeatNode" presStyleLbl="solidAlignAcc1" presStyleIdx="3" presStyleCnt="6"/>
      <dgm:spPr/>
    </dgm:pt>
    <dgm:pt modelId="{5CB412AF-F3DE-4CB6-9F76-A0C8D3BB4888}" type="pres">
      <dgm:prSet presAssocID="{3F651907-B759-4545-9676-A7CDE8395C06}" presName="text3" presStyleCnt="0"/>
      <dgm:spPr/>
    </dgm:pt>
    <dgm:pt modelId="{881B8647-7FDF-4939-8B47-F4FF4E0B911B}" type="pres">
      <dgm:prSet presAssocID="{3F651907-B759-4545-9676-A7CDE8395C06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282F1A4-2E42-4573-94F7-7AE632554804}" type="pres">
      <dgm:prSet presAssocID="{3F651907-B759-4545-9676-A7CDE8395C06}" presName="textaccent3" presStyleCnt="0"/>
      <dgm:spPr/>
    </dgm:pt>
    <dgm:pt modelId="{6AC67CA7-4071-4221-8F68-FB46B71D3445}" type="pres">
      <dgm:prSet presAssocID="{3F651907-B759-4545-9676-A7CDE8395C06}" presName="accentRepeatNode" presStyleLbl="solidAlignAcc1" presStyleIdx="4" presStyleCnt="6"/>
      <dgm:spPr/>
    </dgm:pt>
    <dgm:pt modelId="{9A2D538A-16E0-426E-A169-17DE5F433B1F}" type="pres">
      <dgm:prSet presAssocID="{93EFC0A2-B5D6-4EB3-BD90-5429A265BCE4}" presName="image3" presStyleCnt="0"/>
      <dgm:spPr/>
    </dgm:pt>
    <dgm:pt modelId="{24C35DFC-1EA9-4725-B42E-31456AF3CED3}" type="pres">
      <dgm:prSet presAssocID="{93EFC0A2-B5D6-4EB3-BD90-5429A265BCE4}" presName="imageRepeatNode" presStyleLbl="alignAcc1" presStyleIdx="2" presStyleCnt="3"/>
      <dgm:spPr/>
    </dgm:pt>
    <dgm:pt modelId="{7030B131-57B9-45A6-A6C7-6C56B78FE2B4}" type="pres">
      <dgm:prSet presAssocID="{93EFC0A2-B5D6-4EB3-BD90-5429A265BCE4}" presName="imageaccent3" presStyleCnt="0"/>
      <dgm:spPr/>
    </dgm:pt>
    <dgm:pt modelId="{9E45F88C-9B50-4D30-85F7-A0CB8EA4F242}" type="pres">
      <dgm:prSet presAssocID="{93EFC0A2-B5D6-4EB3-BD90-5429A265BCE4}" presName="accentRepeatNode" presStyleLbl="solidAlignAcc1" presStyleIdx="5" presStyleCnt="6"/>
      <dgm:spPr/>
    </dgm:pt>
  </dgm:ptLst>
  <dgm:cxnLst>
    <dgm:cxn modelId="{25705E06-0727-4BA6-AB7B-A7DACAAF6F9F}" type="presOf" srcId="{FF037959-8FFB-440A-8418-CB7343128AA1}" destId="{288337A2-87C5-42AD-9CCF-17230AB25350}" srcOrd="0" destOrd="0" presId="urn:microsoft.com/office/officeart/2008/layout/HexagonCluster"/>
    <dgm:cxn modelId="{04CD290E-EDDE-4830-A001-766BCE901295}" srcId="{1975DBB0-5900-468B-8782-B0D5F00FA3C7}" destId="{2C92F792-0CCE-43AC-8113-445631A0FC8D}" srcOrd="1" destOrd="0" parTransId="{B15CAF84-B468-4793-AD89-8B9A85D62637}" sibTransId="{FF037959-8FFB-440A-8418-CB7343128AA1}"/>
    <dgm:cxn modelId="{1345A343-22F7-4CCF-BBDF-A10E324618B3}" type="presOf" srcId="{3F651907-B759-4545-9676-A7CDE8395C06}" destId="{881B8647-7FDF-4939-8B47-F4FF4E0B911B}" srcOrd="0" destOrd="0" presId="urn:microsoft.com/office/officeart/2008/layout/HexagonCluster"/>
    <dgm:cxn modelId="{25F68183-5289-4AE7-AA93-8C0A39CE878A}" type="presOf" srcId="{2C92F792-0CCE-43AC-8113-445631A0FC8D}" destId="{E5BE5F38-FFF9-47B8-9BD6-929FC02F16AB}" srcOrd="0" destOrd="0" presId="urn:microsoft.com/office/officeart/2008/layout/HexagonCluster"/>
    <dgm:cxn modelId="{2630BDBA-0860-4006-87F5-7E7C8648E334}" type="presOf" srcId="{93EFC0A2-B5D6-4EB3-BD90-5429A265BCE4}" destId="{24C35DFC-1EA9-4725-B42E-31456AF3CED3}" srcOrd="0" destOrd="0" presId="urn:microsoft.com/office/officeart/2008/layout/HexagonCluster"/>
    <dgm:cxn modelId="{8BC61BBF-0BF1-446D-912F-6ED16AED272A}" type="presOf" srcId="{EEFB2FA5-F432-40D6-9C6E-D5447FB0B898}" destId="{216AF9E6-AF3E-402F-BAC8-DD6DAD9354AD}" srcOrd="0" destOrd="0" presId="urn:microsoft.com/office/officeart/2008/layout/HexagonCluster"/>
    <dgm:cxn modelId="{D42CC4C5-EB40-497B-99B3-1656A5A5CDDE}" srcId="{1975DBB0-5900-468B-8782-B0D5F00FA3C7}" destId="{3F651907-B759-4545-9676-A7CDE8395C06}" srcOrd="2" destOrd="0" parTransId="{015B46E5-DBBF-4C8D-B988-E1C5D137ED19}" sibTransId="{93EFC0A2-B5D6-4EB3-BD90-5429A265BCE4}"/>
    <dgm:cxn modelId="{C3FC6DE3-E0DE-4180-B214-1FC807826659}" type="presOf" srcId="{1975DBB0-5900-468B-8782-B0D5F00FA3C7}" destId="{7A769530-859B-402E-8445-4F2415EEAD40}" srcOrd="0" destOrd="0" presId="urn:microsoft.com/office/officeart/2008/layout/HexagonCluster"/>
    <dgm:cxn modelId="{2A2D85EF-5379-44CB-9D49-CB3FAF39A5A8}" type="presOf" srcId="{1A4DA81B-CF0D-4850-B887-229503B89D7F}" destId="{BA74668A-1E05-4161-8D98-77D1FEF688E7}" srcOrd="0" destOrd="0" presId="urn:microsoft.com/office/officeart/2008/layout/HexagonCluster"/>
    <dgm:cxn modelId="{807265F0-96C3-4CA0-8AB0-4CFCBB4E4ABF}" srcId="{1975DBB0-5900-468B-8782-B0D5F00FA3C7}" destId="{EEFB2FA5-F432-40D6-9C6E-D5447FB0B898}" srcOrd="0" destOrd="0" parTransId="{B185B747-C07F-4CFA-AF45-69B67DC4D417}" sibTransId="{1A4DA81B-CF0D-4850-B887-229503B89D7F}"/>
    <dgm:cxn modelId="{6F9EFF42-A02E-49EA-98BC-989F62D93C29}" type="presParOf" srcId="{7A769530-859B-402E-8445-4F2415EEAD40}" destId="{2DFE7750-EBAE-4EBF-9C12-82BE03EB4766}" srcOrd="0" destOrd="0" presId="urn:microsoft.com/office/officeart/2008/layout/HexagonCluster"/>
    <dgm:cxn modelId="{18739331-0FFC-4119-A148-9BF9C2599DE8}" type="presParOf" srcId="{2DFE7750-EBAE-4EBF-9C12-82BE03EB4766}" destId="{216AF9E6-AF3E-402F-BAC8-DD6DAD9354AD}" srcOrd="0" destOrd="0" presId="urn:microsoft.com/office/officeart/2008/layout/HexagonCluster"/>
    <dgm:cxn modelId="{3C3DD4EE-09B3-48B2-B4EF-BBEADB6012C1}" type="presParOf" srcId="{7A769530-859B-402E-8445-4F2415EEAD40}" destId="{135A12EB-18F9-4F71-8616-A2C8E0B80F6A}" srcOrd="1" destOrd="0" presId="urn:microsoft.com/office/officeart/2008/layout/HexagonCluster"/>
    <dgm:cxn modelId="{406B75E6-A941-44E1-A073-DCA8DCA55755}" type="presParOf" srcId="{135A12EB-18F9-4F71-8616-A2C8E0B80F6A}" destId="{42ED0E6D-5E10-45A2-89D6-C58E68BDF5EC}" srcOrd="0" destOrd="0" presId="urn:microsoft.com/office/officeart/2008/layout/HexagonCluster"/>
    <dgm:cxn modelId="{C5D57BA4-8B83-4031-935E-7A865F73ECB6}" type="presParOf" srcId="{7A769530-859B-402E-8445-4F2415EEAD40}" destId="{B48F6322-78BB-4D23-8BD8-C7EFC26B1914}" srcOrd="2" destOrd="0" presId="urn:microsoft.com/office/officeart/2008/layout/HexagonCluster"/>
    <dgm:cxn modelId="{ADB8C0FD-7146-4F1A-9544-F587D2D556F7}" type="presParOf" srcId="{B48F6322-78BB-4D23-8BD8-C7EFC26B1914}" destId="{BA74668A-1E05-4161-8D98-77D1FEF688E7}" srcOrd="0" destOrd="0" presId="urn:microsoft.com/office/officeart/2008/layout/HexagonCluster"/>
    <dgm:cxn modelId="{395B4789-E25B-446B-849E-1900568E07DF}" type="presParOf" srcId="{7A769530-859B-402E-8445-4F2415EEAD40}" destId="{F140C861-3126-41CA-A3F6-D6DC36B201FE}" srcOrd="3" destOrd="0" presId="urn:microsoft.com/office/officeart/2008/layout/HexagonCluster"/>
    <dgm:cxn modelId="{42D41A0A-6FEE-4170-AAD6-E5F5E1749F07}" type="presParOf" srcId="{F140C861-3126-41CA-A3F6-D6DC36B201FE}" destId="{18BAAAC0-E0E5-40BF-985C-7B43BE4E44C6}" srcOrd="0" destOrd="0" presId="urn:microsoft.com/office/officeart/2008/layout/HexagonCluster"/>
    <dgm:cxn modelId="{E85A3E1B-94B5-470B-9E50-AD16737E3148}" type="presParOf" srcId="{7A769530-859B-402E-8445-4F2415EEAD40}" destId="{4F5B6C34-DDA1-471F-953C-9B0B2DE5CCA4}" srcOrd="4" destOrd="0" presId="urn:microsoft.com/office/officeart/2008/layout/HexagonCluster"/>
    <dgm:cxn modelId="{D9E3333B-829B-4751-ABBF-3CCBB00E772D}" type="presParOf" srcId="{4F5B6C34-DDA1-471F-953C-9B0B2DE5CCA4}" destId="{E5BE5F38-FFF9-47B8-9BD6-929FC02F16AB}" srcOrd="0" destOrd="0" presId="urn:microsoft.com/office/officeart/2008/layout/HexagonCluster"/>
    <dgm:cxn modelId="{B0405888-6A09-458B-9AF4-9A0433FA8849}" type="presParOf" srcId="{7A769530-859B-402E-8445-4F2415EEAD40}" destId="{2AC5608B-1A01-4F74-A78F-B2183C1A6124}" srcOrd="5" destOrd="0" presId="urn:microsoft.com/office/officeart/2008/layout/HexagonCluster"/>
    <dgm:cxn modelId="{324941D3-8126-455F-8C48-40CEC4E7A6BA}" type="presParOf" srcId="{2AC5608B-1A01-4F74-A78F-B2183C1A6124}" destId="{84F44EAE-E7E6-4591-9E9F-3C85240AAD79}" srcOrd="0" destOrd="0" presId="urn:microsoft.com/office/officeart/2008/layout/HexagonCluster"/>
    <dgm:cxn modelId="{9D4159B7-4115-48CD-95A8-B61B6FA6531F}" type="presParOf" srcId="{7A769530-859B-402E-8445-4F2415EEAD40}" destId="{19006980-59F9-4764-AC18-5EE0D28DADC8}" srcOrd="6" destOrd="0" presId="urn:microsoft.com/office/officeart/2008/layout/HexagonCluster"/>
    <dgm:cxn modelId="{C6BD2638-99C7-4445-B6EF-66956982D422}" type="presParOf" srcId="{19006980-59F9-4764-AC18-5EE0D28DADC8}" destId="{288337A2-87C5-42AD-9CCF-17230AB25350}" srcOrd="0" destOrd="0" presId="urn:microsoft.com/office/officeart/2008/layout/HexagonCluster"/>
    <dgm:cxn modelId="{B3C9FDC9-84A1-415F-BED2-3A1EBF66105A}" type="presParOf" srcId="{7A769530-859B-402E-8445-4F2415EEAD40}" destId="{A2113054-9773-4350-A6A1-D689DB9418F1}" srcOrd="7" destOrd="0" presId="urn:microsoft.com/office/officeart/2008/layout/HexagonCluster"/>
    <dgm:cxn modelId="{771460F8-E6D1-480A-85C7-EEECBB982C37}" type="presParOf" srcId="{A2113054-9773-4350-A6A1-D689DB9418F1}" destId="{14BFFC91-D81C-4C8A-A538-3F8C0745BC7B}" srcOrd="0" destOrd="0" presId="urn:microsoft.com/office/officeart/2008/layout/HexagonCluster"/>
    <dgm:cxn modelId="{17892B56-5411-492E-925D-1C78ECE46619}" type="presParOf" srcId="{7A769530-859B-402E-8445-4F2415EEAD40}" destId="{5CB412AF-F3DE-4CB6-9F76-A0C8D3BB4888}" srcOrd="8" destOrd="0" presId="urn:microsoft.com/office/officeart/2008/layout/HexagonCluster"/>
    <dgm:cxn modelId="{EACA859A-AF7F-4D24-B7C5-F02C437EF45C}" type="presParOf" srcId="{5CB412AF-F3DE-4CB6-9F76-A0C8D3BB4888}" destId="{881B8647-7FDF-4939-8B47-F4FF4E0B911B}" srcOrd="0" destOrd="0" presId="urn:microsoft.com/office/officeart/2008/layout/HexagonCluster"/>
    <dgm:cxn modelId="{076D229E-8ED8-432D-8719-3510975D198E}" type="presParOf" srcId="{7A769530-859B-402E-8445-4F2415EEAD40}" destId="{9282F1A4-2E42-4573-94F7-7AE632554804}" srcOrd="9" destOrd="0" presId="urn:microsoft.com/office/officeart/2008/layout/HexagonCluster"/>
    <dgm:cxn modelId="{B6E83ED3-AC88-4EF8-A3A1-BF2AAF8F95BE}" type="presParOf" srcId="{9282F1A4-2E42-4573-94F7-7AE632554804}" destId="{6AC67CA7-4071-4221-8F68-FB46B71D3445}" srcOrd="0" destOrd="0" presId="urn:microsoft.com/office/officeart/2008/layout/HexagonCluster"/>
    <dgm:cxn modelId="{45B22B59-0F4C-48FD-B5FA-7C563851F65D}" type="presParOf" srcId="{7A769530-859B-402E-8445-4F2415EEAD40}" destId="{9A2D538A-16E0-426E-A169-17DE5F433B1F}" srcOrd="10" destOrd="0" presId="urn:microsoft.com/office/officeart/2008/layout/HexagonCluster"/>
    <dgm:cxn modelId="{BA392031-A866-4666-8B92-3DF284769170}" type="presParOf" srcId="{9A2D538A-16E0-426E-A169-17DE5F433B1F}" destId="{24C35DFC-1EA9-4725-B42E-31456AF3CED3}" srcOrd="0" destOrd="0" presId="urn:microsoft.com/office/officeart/2008/layout/HexagonCluster"/>
    <dgm:cxn modelId="{DE4699B5-92C9-4A1C-9326-E854A2E1EF18}" type="presParOf" srcId="{7A769530-859B-402E-8445-4F2415EEAD40}" destId="{7030B131-57B9-45A6-A6C7-6C56B78FE2B4}" srcOrd="11" destOrd="0" presId="urn:microsoft.com/office/officeart/2008/layout/HexagonCluster"/>
    <dgm:cxn modelId="{09B3F49F-4724-4D85-8A23-45388FCD22C3}" type="presParOf" srcId="{7030B131-57B9-45A6-A6C7-6C56B78FE2B4}" destId="{9E45F88C-9B50-4D30-85F7-A0CB8EA4F242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E016D8-2B48-4D95-AB47-EB0D2F346943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9755A25-D8DF-4E7F-A71E-750317785309}">
      <dgm:prSet phldrT="[Текст]" custT="1"/>
      <dgm:spPr/>
      <dgm:t>
        <a:bodyPr/>
        <a:lstStyle/>
        <a:p>
          <a:r>
            <a:rPr lang="ru-RU" sz="1000" b="0" i="0" dirty="0"/>
            <a:t>Халяль</a:t>
          </a:r>
          <a:endParaRPr lang="ru-RU" sz="1000" dirty="0"/>
        </a:p>
      </dgm:t>
    </dgm:pt>
    <dgm:pt modelId="{C4E4CC93-2398-4E3F-86F3-46E1CC1F2CFD}" type="parTrans" cxnId="{28AE313E-69A2-450C-9305-D9F1FFC9452E}">
      <dgm:prSet/>
      <dgm:spPr/>
      <dgm:t>
        <a:bodyPr/>
        <a:lstStyle/>
        <a:p>
          <a:endParaRPr lang="ru-RU"/>
        </a:p>
      </dgm:t>
    </dgm:pt>
    <dgm:pt modelId="{31808329-3CA5-4F0D-96CC-C0C74F420F69}" type="sibTrans" cxnId="{28AE313E-69A2-450C-9305-D9F1FFC9452E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ru-RU"/>
        </a:p>
      </dgm:t>
    </dgm:pt>
    <dgm:pt modelId="{6665B271-3EB6-455D-BDF9-FF52B08A7047}" type="pres">
      <dgm:prSet presAssocID="{B0E016D8-2B48-4D95-AB47-EB0D2F346943}" presName="Name0" presStyleCnt="0">
        <dgm:presLayoutVars>
          <dgm:chMax val="21"/>
          <dgm:chPref val="21"/>
        </dgm:presLayoutVars>
      </dgm:prSet>
      <dgm:spPr/>
    </dgm:pt>
    <dgm:pt modelId="{182A727C-B038-4779-BACD-4734A7EC356B}" type="pres">
      <dgm:prSet presAssocID="{79755A25-D8DF-4E7F-A71E-750317785309}" presName="text1" presStyleCnt="0"/>
      <dgm:spPr/>
    </dgm:pt>
    <dgm:pt modelId="{EA2692F1-D6B6-482B-AB21-448106053960}" type="pres">
      <dgm:prSet presAssocID="{79755A25-D8DF-4E7F-A71E-750317785309}" presName="textRepeatNode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9EDC9B16-969E-4944-9E04-FD3A98EDCBAB}" type="pres">
      <dgm:prSet presAssocID="{79755A25-D8DF-4E7F-A71E-750317785309}" presName="textaccent1" presStyleCnt="0"/>
      <dgm:spPr/>
    </dgm:pt>
    <dgm:pt modelId="{43A84790-26B7-4D04-9B5B-02A9ED016DBE}" type="pres">
      <dgm:prSet presAssocID="{79755A25-D8DF-4E7F-A71E-750317785309}" presName="accentRepeatNode" presStyleLbl="solidAlignAcc1" presStyleIdx="0" presStyleCnt="2"/>
      <dgm:spPr/>
    </dgm:pt>
    <dgm:pt modelId="{5D595A0B-81EA-4D84-AB4A-A556C7D09225}" type="pres">
      <dgm:prSet presAssocID="{31808329-3CA5-4F0D-96CC-C0C74F420F69}" presName="image1" presStyleCnt="0"/>
      <dgm:spPr/>
    </dgm:pt>
    <dgm:pt modelId="{94CC06F0-4556-4224-866C-5051C5FFF1C5}" type="pres">
      <dgm:prSet presAssocID="{31808329-3CA5-4F0D-96CC-C0C74F420F69}" presName="imageRepeatNode" presStyleLbl="alignAcc1" presStyleIdx="0" presStyleCnt="1"/>
      <dgm:spPr/>
    </dgm:pt>
    <dgm:pt modelId="{12CF8B0F-87A4-4418-825A-1733D12A2F35}" type="pres">
      <dgm:prSet presAssocID="{31808329-3CA5-4F0D-96CC-C0C74F420F69}" presName="imageaccent1" presStyleCnt="0"/>
      <dgm:spPr/>
    </dgm:pt>
    <dgm:pt modelId="{4C785BB4-80C4-4B7A-AA73-7088FCC22DD8}" type="pres">
      <dgm:prSet presAssocID="{31808329-3CA5-4F0D-96CC-C0C74F420F69}" presName="accentRepeatNode" presStyleLbl="solidAlignAcc1" presStyleIdx="1" presStyleCnt="2"/>
      <dgm:spPr/>
    </dgm:pt>
  </dgm:ptLst>
  <dgm:cxnLst>
    <dgm:cxn modelId="{28AE313E-69A2-450C-9305-D9F1FFC9452E}" srcId="{B0E016D8-2B48-4D95-AB47-EB0D2F346943}" destId="{79755A25-D8DF-4E7F-A71E-750317785309}" srcOrd="0" destOrd="0" parTransId="{C4E4CC93-2398-4E3F-86F3-46E1CC1F2CFD}" sibTransId="{31808329-3CA5-4F0D-96CC-C0C74F420F69}"/>
    <dgm:cxn modelId="{1E2533A0-79CD-4719-9371-CD85D96134DC}" type="presOf" srcId="{31808329-3CA5-4F0D-96CC-C0C74F420F69}" destId="{94CC06F0-4556-4224-866C-5051C5FFF1C5}" srcOrd="0" destOrd="0" presId="urn:microsoft.com/office/officeart/2008/layout/HexagonCluster"/>
    <dgm:cxn modelId="{960A98A3-A002-48B2-8E4D-892ECD2CAA40}" type="presOf" srcId="{B0E016D8-2B48-4D95-AB47-EB0D2F346943}" destId="{6665B271-3EB6-455D-BDF9-FF52B08A7047}" srcOrd="0" destOrd="0" presId="urn:microsoft.com/office/officeart/2008/layout/HexagonCluster"/>
    <dgm:cxn modelId="{E444A3BD-691F-49C1-91E8-2DF2B2129E69}" type="presOf" srcId="{79755A25-D8DF-4E7F-A71E-750317785309}" destId="{EA2692F1-D6B6-482B-AB21-448106053960}" srcOrd="0" destOrd="0" presId="urn:microsoft.com/office/officeart/2008/layout/HexagonCluster"/>
    <dgm:cxn modelId="{2FEAE976-4E1C-46EF-A7FB-66C193C826DB}" type="presParOf" srcId="{6665B271-3EB6-455D-BDF9-FF52B08A7047}" destId="{182A727C-B038-4779-BACD-4734A7EC356B}" srcOrd="0" destOrd="0" presId="urn:microsoft.com/office/officeart/2008/layout/HexagonCluster"/>
    <dgm:cxn modelId="{4E574DAD-B366-4E4F-9E56-D35BA385F8B2}" type="presParOf" srcId="{182A727C-B038-4779-BACD-4734A7EC356B}" destId="{EA2692F1-D6B6-482B-AB21-448106053960}" srcOrd="0" destOrd="0" presId="urn:microsoft.com/office/officeart/2008/layout/HexagonCluster"/>
    <dgm:cxn modelId="{81A759E7-6894-4E3E-95D2-B2C8FBF57BFC}" type="presParOf" srcId="{6665B271-3EB6-455D-BDF9-FF52B08A7047}" destId="{9EDC9B16-969E-4944-9E04-FD3A98EDCBAB}" srcOrd="1" destOrd="0" presId="urn:microsoft.com/office/officeart/2008/layout/HexagonCluster"/>
    <dgm:cxn modelId="{5BFEA6D4-96D0-4AC2-8657-5CEF7F631664}" type="presParOf" srcId="{9EDC9B16-969E-4944-9E04-FD3A98EDCBAB}" destId="{43A84790-26B7-4D04-9B5B-02A9ED016DBE}" srcOrd="0" destOrd="0" presId="urn:microsoft.com/office/officeart/2008/layout/HexagonCluster"/>
    <dgm:cxn modelId="{40B3D9A1-FB3B-46DC-BD17-8EE47DD4AAEB}" type="presParOf" srcId="{6665B271-3EB6-455D-BDF9-FF52B08A7047}" destId="{5D595A0B-81EA-4D84-AB4A-A556C7D09225}" srcOrd="2" destOrd="0" presId="urn:microsoft.com/office/officeart/2008/layout/HexagonCluster"/>
    <dgm:cxn modelId="{1B302709-3492-4CD7-95D9-138787317366}" type="presParOf" srcId="{5D595A0B-81EA-4D84-AB4A-A556C7D09225}" destId="{94CC06F0-4556-4224-866C-5051C5FFF1C5}" srcOrd="0" destOrd="0" presId="urn:microsoft.com/office/officeart/2008/layout/HexagonCluster"/>
    <dgm:cxn modelId="{9FC1D078-3319-42D2-872B-6CBBA38E0736}" type="presParOf" srcId="{6665B271-3EB6-455D-BDF9-FF52B08A7047}" destId="{12CF8B0F-87A4-4418-825A-1733D12A2F35}" srcOrd="3" destOrd="0" presId="urn:microsoft.com/office/officeart/2008/layout/HexagonCluster"/>
    <dgm:cxn modelId="{B8DD0DB5-3644-4DD2-9578-A3F4B84E2EAA}" type="presParOf" srcId="{12CF8B0F-87A4-4418-825A-1733D12A2F35}" destId="{4C785BB4-80C4-4B7A-AA73-7088FCC22DD8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AF9E6-AF3E-402F-BAC8-DD6DAD9354AD}">
      <dsp:nvSpPr>
        <dsp:cNvPr id="0" name=""/>
        <dsp:cNvSpPr/>
      </dsp:nvSpPr>
      <dsp:spPr>
        <a:xfrm>
          <a:off x="1279927" y="2538640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Высококвалифицированный персонал</a:t>
          </a:r>
        </a:p>
      </dsp:txBody>
      <dsp:txXfrm>
        <a:off x="1512285" y="2738973"/>
        <a:ext cx="1032618" cy="890297"/>
      </dsp:txXfrm>
    </dsp:sp>
    <dsp:sp modelId="{42ED0E6D-5E10-45A2-89D6-C58E68BDF5EC}">
      <dsp:nvSpPr>
        <dsp:cNvPr id="0" name=""/>
        <dsp:cNvSpPr/>
      </dsp:nvSpPr>
      <dsp:spPr>
        <a:xfrm>
          <a:off x="1318826" y="310857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4668A-1E05-4161-8D98-77D1FEF688E7}">
      <dsp:nvSpPr>
        <dsp:cNvPr id="0" name=""/>
        <dsp:cNvSpPr/>
      </dsp:nvSpPr>
      <dsp:spPr>
        <a:xfrm>
          <a:off x="0" y="1845237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AAAC0-E0E5-40BF-985C-7B43BE4E44C6}">
      <dsp:nvSpPr>
        <dsp:cNvPr id="0" name=""/>
        <dsp:cNvSpPr/>
      </dsp:nvSpPr>
      <dsp:spPr>
        <a:xfrm>
          <a:off x="1019359" y="296566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E5F38-FFF9-47B8-9BD6-929FC02F16AB}">
      <dsp:nvSpPr>
        <dsp:cNvPr id="0" name=""/>
        <dsp:cNvSpPr/>
      </dsp:nvSpPr>
      <dsp:spPr>
        <a:xfrm>
          <a:off x="2555592" y="1829889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000" kern="1200" dirty="0"/>
            <a:t>Сырьевая база расположено в экологически чистых районах</a:t>
          </a:r>
          <a:endParaRPr lang="ru-RU" sz="1000" kern="1200" dirty="0"/>
        </a:p>
      </dsp:txBody>
      <dsp:txXfrm>
        <a:off x="2787950" y="2030222"/>
        <a:ext cx="1032618" cy="890297"/>
      </dsp:txXfrm>
    </dsp:sp>
    <dsp:sp modelId="{84F44EAE-E7E6-4591-9E9F-3C85240AAD79}">
      <dsp:nvSpPr>
        <dsp:cNvPr id="0" name=""/>
        <dsp:cNvSpPr/>
      </dsp:nvSpPr>
      <dsp:spPr>
        <a:xfrm>
          <a:off x="3579215" y="2948951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337A2-87C5-42AD-9CCF-17230AB25350}">
      <dsp:nvSpPr>
        <dsp:cNvPr id="0" name=""/>
        <dsp:cNvSpPr/>
      </dsp:nvSpPr>
      <dsp:spPr>
        <a:xfrm>
          <a:off x="3831257" y="2520282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FFC91-D81C-4C8A-A538-3F8C0745BC7B}">
      <dsp:nvSpPr>
        <dsp:cNvPr id="0" name=""/>
        <dsp:cNvSpPr/>
      </dsp:nvSpPr>
      <dsp:spPr>
        <a:xfrm>
          <a:off x="3870156" y="310857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B8647-7FDF-4939-8B47-F4FF4E0B911B}">
      <dsp:nvSpPr>
        <dsp:cNvPr id="0" name=""/>
        <dsp:cNvSpPr/>
      </dsp:nvSpPr>
      <dsp:spPr>
        <a:xfrm>
          <a:off x="1279927" y="1157308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000" kern="1200" dirty="0"/>
            <a:t>Европейское оборудовани</a:t>
          </a:r>
          <a:endParaRPr lang="ru-RU" sz="1000" kern="1200" dirty="0"/>
        </a:p>
      </dsp:txBody>
      <dsp:txXfrm>
        <a:off x="1512285" y="1357641"/>
        <a:ext cx="1032618" cy="890297"/>
      </dsp:txXfrm>
    </dsp:sp>
    <dsp:sp modelId="{6AC67CA7-4071-4221-8F68-FB46B71D3445}">
      <dsp:nvSpPr>
        <dsp:cNvPr id="0" name=""/>
        <dsp:cNvSpPr/>
      </dsp:nvSpPr>
      <dsp:spPr>
        <a:xfrm>
          <a:off x="2295024" y="1152176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35DFC-1EA9-4725-B42E-31456AF3CED3}">
      <dsp:nvSpPr>
        <dsp:cNvPr id="0" name=""/>
        <dsp:cNvSpPr/>
      </dsp:nvSpPr>
      <dsp:spPr>
        <a:xfrm>
          <a:off x="2555592" y="418868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5F88C-9B50-4D30-85F7-A0CB8EA4F242}">
      <dsp:nvSpPr>
        <dsp:cNvPr id="0" name=""/>
        <dsp:cNvSpPr/>
      </dsp:nvSpPr>
      <dsp:spPr>
        <a:xfrm>
          <a:off x="2599820" y="985732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AF9E6-AF3E-402F-BAC8-DD6DAD9354AD}">
      <dsp:nvSpPr>
        <dsp:cNvPr id="0" name=""/>
        <dsp:cNvSpPr/>
      </dsp:nvSpPr>
      <dsp:spPr>
        <a:xfrm>
          <a:off x="1279927" y="2538640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000" kern="1200" dirty="0"/>
            <a:t>Собственый автопарк</a:t>
          </a:r>
          <a:endParaRPr lang="ru-RU" sz="1000" kern="1200" dirty="0"/>
        </a:p>
      </dsp:txBody>
      <dsp:txXfrm>
        <a:off x="1512285" y="2738973"/>
        <a:ext cx="1032618" cy="890297"/>
      </dsp:txXfrm>
    </dsp:sp>
    <dsp:sp modelId="{42ED0E6D-5E10-45A2-89D6-C58E68BDF5EC}">
      <dsp:nvSpPr>
        <dsp:cNvPr id="0" name=""/>
        <dsp:cNvSpPr/>
      </dsp:nvSpPr>
      <dsp:spPr>
        <a:xfrm>
          <a:off x="1318826" y="310857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4668A-1E05-4161-8D98-77D1FEF688E7}">
      <dsp:nvSpPr>
        <dsp:cNvPr id="0" name=""/>
        <dsp:cNvSpPr/>
      </dsp:nvSpPr>
      <dsp:spPr>
        <a:xfrm>
          <a:off x="0" y="1845237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2000" r="-32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AAAC0-E0E5-40BF-985C-7B43BE4E44C6}">
      <dsp:nvSpPr>
        <dsp:cNvPr id="0" name=""/>
        <dsp:cNvSpPr/>
      </dsp:nvSpPr>
      <dsp:spPr>
        <a:xfrm>
          <a:off x="1019359" y="296566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E5F38-FFF9-47B8-9BD6-929FC02F16AB}">
      <dsp:nvSpPr>
        <dsp:cNvPr id="0" name=""/>
        <dsp:cNvSpPr/>
      </dsp:nvSpPr>
      <dsp:spPr>
        <a:xfrm>
          <a:off x="2555592" y="1829889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Международная система качества</a:t>
          </a:r>
        </a:p>
      </dsp:txBody>
      <dsp:txXfrm>
        <a:off x="2787950" y="2030222"/>
        <a:ext cx="1032618" cy="890297"/>
      </dsp:txXfrm>
    </dsp:sp>
    <dsp:sp modelId="{84F44EAE-E7E6-4591-9E9F-3C85240AAD79}">
      <dsp:nvSpPr>
        <dsp:cNvPr id="0" name=""/>
        <dsp:cNvSpPr/>
      </dsp:nvSpPr>
      <dsp:spPr>
        <a:xfrm>
          <a:off x="3579215" y="2948951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337A2-87C5-42AD-9CCF-17230AB25350}">
      <dsp:nvSpPr>
        <dsp:cNvPr id="0" name=""/>
        <dsp:cNvSpPr/>
      </dsp:nvSpPr>
      <dsp:spPr>
        <a:xfrm>
          <a:off x="3831257" y="2538640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FFC91-D81C-4C8A-A538-3F8C0745BC7B}">
      <dsp:nvSpPr>
        <dsp:cNvPr id="0" name=""/>
        <dsp:cNvSpPr/>
      </dsp:nvSpPr>
      <dsp:spPr>
        <a:xfrm>
          <a:off x="3870156" y="3108574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B8647-7FDF-4939-8B47-F4FF4E0B911B}">
      <dsp:nvSpPr>
        <dsp:cNvPr id="0" name=""/>
        <dsp:cNvSpPr/>
      </dsp:nvSpPr>
      <dsp:spPr>
        <a:xfrm>
          <a:off x="1279927" y="1124208"/>
          <a:ext cx="1497334" cy="129096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Безотходное производство</a:t>
          </a:r>
        </a:p>
      </dsp:txBody>
      <dsp:txXfrm>
        <a:off x="1512285" y="1324541"/>
        <a:ext cx="1032618" cy="890297"/>
      </dsp:txXfrm>
    </dsp:sp>
    <dsp:sp modelId="{6AC67CA7-4071-4221-8F68-FB46B71D3445}">
      <dsp:nvSpPr>
        <dsp:cNvPr id="0" name=""/>
        <dsp:cNvSpPr/>
      </dsp:nvSpPr>
      <dsp:spPr>
        <a:xfrm>
          <a:off x="2295024" y="1152176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35DFC-1EA9-4725-B42E-31456AF3CED3}">
      <dsp:nvSpPr>
        <dsp:cNvPr id="0" name=""/>
        <dsp:cNvSpPr/>
      </dsp:nvSpPr>
      <dsp:spPr>
        <a:xfrm>
          <a:off x="2555592" y="418868"/>
          <a:ext cx="1497334" cy="1290963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5F88C-9B50-4D30-85F7-A0CB8EA4F242}">
      <dsp:nvSpPr>
        <dsp:cNvPr id="0" name=""/>
        <dsp:cNvSpPr/>
      </dsp:nvSpPr>
      <dsp:spPr>
        <a:xfrm>
          <a:off x="2599820" y="985732"/>
          <a:ext cx="175310" cy="15109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692F1-D6B6-482B-AB21-448106053960}">
      <dsp:nvSpPr>
        <dsp:cNvPr id="0" name=""/>
        <dsp:cNvSpPr/>
      </dsp:nvSpPr>
      <dsp:spPr>
        <a:xfrm>
          <a:off x="1270761" y="768332"/>
          <a:ext cx="1537550" cy="132408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700" rIns="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0" i="0" kern="1200" dirty="0"/>
            <a:t>Халяль</a:t>
          </a:r>
          <a:endParaRPr lang="ru-RU" sz="1000" kern="1200" dirty="0"/>
        </a:p>
      </dsp:txBody>
      <dsp:txXfrm>
        <a:off x="1509230" y="973693"/>
        <a:ext cx="1060612" cy="913361"/>
      </dsp:txXfrm>
    </dsp:sp>
    <dsp:sp modelId="{43A84790-26B7-4D04-9B5B-02A9ED016DBE}">
      <dsp:nvSpPr>
        <dsp:cNvPr id="0" name=""/>
        <dsp:cNvSpPr/>
      </dsp:nvSpPr>
      <dsp:spPr>
        <a:xfrm>
          <a:off x="1306426" y="1353034"/>
          <a:ext cx="179451" cy="15488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C06F0-4556-4224-866C-5051C5FFF1C5}">
      <dsp:nvSpPr>
        <dsp:cNvPr id="0" name=""/>
        <dsp:cNvSpPr/>
      </dsp:nvSpPr>
      <dsp:spPr>
        <a:xfrm>
          <a:off x="0" y="67823"/>
          <a:ext cx="1535585" cy="1323678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85BB4-80C4-4B7A-AA73-7088FCC22DD8}">
      <dsp:nvSpPr>
        <dsp:cNvPr id="0" name=""/>
        <dsp:cNvSpPr/>
      </dsp:nvSpPr>
      <dsp:spPr>
        <a:xfrm>
          <a:off x="1039637" y="1208276"/>
          <a:ext cx="179451" cy="15488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7/18/2024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2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1084 102 24575,'1'-2'0,"0"0"0,0 1 0,0-1 0,0 1 0,0-1 0,0 1 0,0-1 0,0 1 0,0-1 0,1 1 0,-1 0 0,1 0 0,-1 0 0,1 0 0,-1 0 0,1 0 0,0 0 0,-1 1 0,1-1 0,3 0 0,37-13 0,97-14 0,-106 23 0,0 1 0,49 0 0,15-2 0,501-9 0,-496 16 0,-157-1 0,-340 15 0,314-5 0,-176 17 0,136-17 0,-110 4 0,-794-15 0,1021 1 9,0 0-1,0 0 1,0 0-1,0-1 1,0 1 0,0-1-1,1 0 1,-1 0-1,0-1 1,0 1-1,1-1 1,-1 0-1,-4-3 1,6 4-71,1-1 0,-1 0 0,1 0 0,-1 0 1,1 0-1,0 0 0,-1 0 0,1 0 0,0 0 0,1 0 0,-1-1 0,0 1 1,1 0-1,-1-1 0,1 1 0,0 0 0,-1-1 0,1 1 0,0 0 0,1-1 1,-1 1-1,0 0 0,2-5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4.8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298 24 24575,'-5'0'0,"-5"0"0,-5 0 0,-5 0 0,-3 0 0,-1 0 0,-7-4 0,0-1 0,-5-1 0,-1 2 0,3 1 0,2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8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2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1084 102 24575,'1'-2'0,"0"0"0,0 1 0,0-1 0,0 1 0,0-1 0,0 1 0,0-1 0,0 1 0,0-1 0,1 1 0,-1 0 0,1 0 0,-1 0 0,1 0 0,-1 0 0,1 0 0,0 0 0,-1 1 0,1-1 0,3 0 0,37-13 0,97-14 0,-106 23 0,0 1 0,49 0 0,15-2 0,501-9 0,-496 16 0,-157-1 0,-340 15 0,314-5 0,-176 17 0,136-17 0,-110 4 0,-794-15 0,1021 1 9,0 0-1,0 0 1,0 0-1,0-1 1,0 1 0,0-1-1,1 0 1,-1 0-1,0-1 1,0 1-1,1-1 1,-1 0-1,-4-3 1,6 4-71,1-1 0,-1 0 0,1 0 0,-1 0 1,1 0-1,0 0 0,-1 0 0,1 0 0,0 0 0,1 0 0,-1-1 0,0 1 1,1 0-1,-1-1 0,1 1 0,0 0 0,-1-1 0,1 1 0,0 0 0,1-1 1,-1 1-1,0 0 0,2-5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4.8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298 24 24575,'-5'0'0,"-5"0"0,-5 0 0,-5 0 0,-3 0 0,-1 0 0,-7-4 0,0-1 0,-5-1 0,-1 2 0,3 1 0,2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8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2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1084 102 24575,'1'-2'0,"0"0"0,0 1 0,0-1 0,0 1 0,0-1 0,0 1 0,0-1 0,0 1 0,0-1 0,1 1 0,-1 0 0,1 0 0,-1 0 0,1 0 0,-1 0 0,1 0 0,0 0 0,-1 1 0,1-1 0,3 0 0,37-13 0,97-14 0,-106 23 0,0 1 0,49 0 0,15-2 0,501-9 0,-496 16 0,-157-1 0,-340 15 0,314-5 0,-176 17 0,136-17 0,-110 4 0,-794-15 0,1021 1 9,0 0-1,0 0 1,0 0-1,0-1 1,0 1 0,0-1-1,1 0 1,-1 0-1,0-1 1,0 1-1,1-1 1,-1 0-1,-4-3 1,6 4-71,1-1 0,-1 0 0,1 0 0,-1 0 1,1 0-1,0 0 0,-1 0 0,1 0 0,0 0 0,1 0 0,-1-1 0,0 1 1,1 0-1,-1-1 0,1 1 0,0 0 0,-1-1 0,1 1 0,0 0 0,1-1 1,-1 1-1,0 0 0,2-5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4.8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298 24 24575,'-5'0'0,"-5"0"0,-5 0 0,-5 0 0,-3 0 0,-1 0 0,-7-4 0,0-1 0,-5-1 0,-1 2 0,3 1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9:07:22.8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5T10:16:12.7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987 188 24575,'-929'0'0,"923"0"0,3 1 0,0-1 0,-1 0 0,1 0 0,0 0 0,0-1 0,-1 1 0,1-1 0,0 1 0,0-1 0,0 0 0,0 0 0,0 0 0,0-1 0,-4-2 0,7 4 0,0 0 0,0-1 0,0 1 0,0 0 0,0-1 0,0 1 0,0-1 0,0 1 0,0 0 0,0-1 0,0 1 0,1 0 0,-1-1 0,0 1 0,0 0 0,0-1 0,0 1 0,1 0 0,-1-1 0,0 1 0,0 0 0,1-1 0,-1 1 0,0 0 0,1 0 0,-1 0 0,0-1 0,1 1 0,-1 0 0,0 0 0,1 0 0,-1 0 0,0 0 0,1-1 0,-1 1 0,1 0 0,-1 0 0,1 0 0,21-8 0,-19 7 0,77-19 0,0 3 0,1 3 0,101-3 0,4-2 0,-13 4 0,238 12 0,-211 5 0,288-2 0,-462-2 0,0-1 0,-1-1 0,49-14 0,-45 10 0,-1 2 0,53-6 0,130 11 0,-106 2 0,-80 3 0,-34 5 0,-38 7 0,6-7 0,0-1 0,-83 3 0,-88-12 0,76-2 0,-472 3 0,582 1 43,1 2 0,-34 7 0,31-5-790,-44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8T04:25:57.0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828 0 24575,'-9'9'0,"0"-2"0,-1 1 0,0-1 0,0 0 0,0-1 0,-1-1 0,0 1 0,0-2 0,-14 5 0,-18 3 0,-53 7 0,45-9 0,-38 7 0,0-4 0,-2-4 0,-161-5 0,336-1 0,-32-2 0,70 11 0,19 12 0,-11 1 0,261 13 0,-282-39 0,-36-1 0,1 4 0,79 11 0,-36 4 0,225 2 0,-186-17 0,138-5 0,-289 2 0,1 0 0,-1-1 0,0 1 0,0-1 0,0 0 0,0-1 0,0 1 0,0-1 0,-1 0 0,1 0 0,-1-1 0,0 1 0,0-1 0,0 0 0,0 0 0,-1 0 0,1 0 0,-1-1 0,0 0 0,-1 1 0,1-1 0,3-10 0,-4 11 0,-1 0 0,1 0 0,-1 0 0,0 0 0,0-1 0,0 1 0,-1 0 0,0-1 0,1 1 0,-1 0 0,-1-1 0,1 1 0,-1 0 0,0-1 0,0 1 0,0 0 0,0 0 0,-1-1 0,1 1 0,-1 0 0,0 1 0,-1-1 0,1 0 0,-1 1 0,1-1 0,-1 1 0,0 0 0,-7-6 0,4 5 0,0 1 0,-1-1 0,1 2 0,-1-1 0,1 1 0,-1 0 0,0 0 0,0 1 0,0-1 0,-12 1 0,-79 3 0,56 1 0,-912 1 54,508-7-1473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7/18/2024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8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10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69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01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79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0C67-4150-4956-8729-9415F8BA8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8920"/>
            <a:ext cx="9144000" cy="1944216"/>
          </a:xfrm>
        </p:spPr>
        <p:txBody>
          <a:bodyPr anchor="ctr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7B7FC-7BD6-47E1-BA5F-22C947BEF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2063" y="5085184"/>
            <a:ext cx="4676753" cy="935682"/>
          </a:xfrm>
        </p:spPr>
        <p:txBody>
          <a:bodyPr anchor="ctr"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2907A-3CB0-4790-A989-C433C4D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82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11FA0-CB36-4653-B24F-0D8BECF0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8251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48B60-676B-471F-8CB5-EDE5EBB2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251"/>
            <a:ext cx="2743200" cy="365125"/>
          </a:xfrm>
        </p:spPr>
        <p:txBody>
          <a:bodyPr/>
          <a:lstStyle/>
          <a:p>
            <a:fld id="{F9036A72-EF4D-4486-A23C-054FE2E2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5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20C6-1B1C-461A-BEE2-33AB72A1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842" y="2852936"/>
            <a:ext cx="4665237" cy="1709539"/>
          </a:xfrm>
        </p:spPr>
        <p:txBody>
          <a:bodyPr anchor="b"/>
          <a:lstStyle>
            <a:lvl1pPr>
              <a:defRPr sz="60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7FA11-B4D1-46FE-8CB0-52356656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5842" y="5047036"/>
            <a:ext cx="4665237" cy="1042614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688A-88C7-41EC-8D1B-DE4800AD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A666-1BD0-4A7D-8187-AC685D44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C625-9580-4818-A170-98C4E6A4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C313AD-DADB-4065-B469-1688801CCE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600744" y="1392145"/>
            <a:ext cx="6514877" cy="4067267"/>
          </a:xfrm>
        </p:spPr>
        <p:txBody>
          <a:bodyPr wrap="square">
            <a:spAutoFit/>
          </a:bodyPr>
          <a:lstStyle>
            <a:lvl1pPr marL="0" indent="0">
              <a:buNone/>
              <a:defRPr sz="28700" b="1" kern="0" spc="10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2297E-EF6D-4FDD-96E6-ACE1CE56D479}"/>
              </a:ext>
            </a:extLst>
          </p:cNvPr>
          <p:cNvSpPr/>
          <p:nvPr userDrawn="1"/>
        </p:nvSpPr>
        <p:spPr>
          <a:xfrm>
            <a:off x="7265843" y="4754879"/>
            <a:ext cx="897775" cy="99753"/>
          </a:xfrm>
          <a:prstGeom prst="rect">
            <a:avLst/>
          </a:prstGeom>
          <a:solidFill>
            <a:srgbClr val="20C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4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#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20C6-1B1C-461A-BEE2-33AB72A1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018876"/>
            <a:ext cx="4665237" cy="1709539"/>
          </a:xfrm>
        </p:spPr>
        <p:txBody>
          <a:bodyPr anchor="b"/>
          <a:lstStyle>
            <a:lvl1pPr>
              <a:defRPr sz="60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7FA11-B4D1-46FE-8CB0-52356656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52" y="3212976"/>
            <a:ext cx="4665237" cy="1042614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688A-88C7-41EC-8D1B-DE4800AD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A666-1BD0-4A7D-8187-AC685D44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C625-9580-4818-A170-98C4E6A4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C313AD-DADB-4065-B469-1688801CCE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0016" y="1893737"/>
            <a:ext cx="6514876" cy="4067267"/>
          </a:xfrm>
        </p:spPr>
        <p:txBody>
          <a:bodyPr vert="horz" wrap="square" lIns="91440" tIns="45720" rIns="91440" bIns="45720" rtlCol="0">
            <a:spAutoFit/>
          </a:bodyPr>
          <a:lstStyle>
            <a:lvl1pPr marL="0" indent="0" algn="r">
              <a:buNone/>
              <a:defRPr lang="en-US" sz="28700" b="1" kern="0" spc="10" baseline="0" dirty="0">
                <a:solidFill>
                  <a:srgbClr val="20C54F"/>
                </a:solidFill>
                <a:latin typeface="Arial Black" panose="020B0A04020102020204" pitchFamily="34" charset="0"/>
              </a:defRPr>
            </a:lvl1pPr>
          </a:lstStyle>
          <a:p>
            <a:pPr marL="228600" lvl="0" indent="-228600"/>
            <a:r>
              <a:rPr lang="en-US" dirty="0"/>
              <a:t>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2297E-EF6D-4FDD-96E6-ACE1CE56D479}"/>
              </a:ext>
            </a:extLst>
          </p:cNvPr>
          <p:cNvSpPr/>
          <p:nvPr userDrawn="1"/>
        </p:nvSpPr>
        <p:spPr>
          <a:xfrm>
            <a:off x="335360" y="2920819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8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N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id="{75853610-A6A9-4D87-95B8-2897E7E214E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38884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FE1E8C5-1D73-4362-8287-0FBC5752C1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20C54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1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E5DDCB4A-500B-4D9C-BDD8-53F75B5FCD4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38884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 w/ Nb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3B66E9D9-CD6E-4F1C-BD9F-1E13AC3E16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55301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7187514" cy="3893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268EA9E-D57B-4237-A9D1-EAE6115C1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20C54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7855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B1FFD12B-A869-4131-A48D-C35B0EBAEB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875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7187514" cy="3893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0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w/ N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id="{166BD0F8-80FD-4D91-B82B-C3B20281703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88582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FE1E8C5-1D73-4362-8287-0FBC5752C1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20C54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93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9F909588-671E-4E2D-BEFF-716FA1C8485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1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w/ Nb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">
            <a:extLst>
              <a:ext uri="{FF2B5EF4-FFF2-40B4-BE49-F238E27FC236}">
                <a16:creationId xmlns:a16="http://schemas.microsoft.com/office/drawing/2014/main" id="{D5E7C994-22E8-41CC-B2F9-FFC19B432FE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365125"/>
            <a:ext cx="55301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08B4F-6DCF-4C31-9E72-BA4F0AB127A6}"/>
              </a:ext>
            </a:extLst>
          </p:cNvPr>
          <p:cNvSpPr/>
          <p:nvPr userDrawn="1"/>
        </p:nvSpPr>
        <p:spPr>
          <a:xfrm>
            <a:off x="1127448" y="1629848"/>
            <a:ext cx="897775" cy="9975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C268EA9E-D57B-4237-A9D1-EAE6115C1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780293" y="-230809"/>
            <a:ext cx="3275893" cy="2003625"/>
          </a:xfrm>
        </p:spPr>
        <p:txBody>
          <a:bodyPr wrap="square">
            <a:spAutoFit/>
          </a:bodyPr>
          <a:lstStyle>
            <a:lvl1pPr marL="0" indent="0" algn="r">
              <a:buNone/>
              <a:defRPr sz="13800" b="1">
                <a:solidFill>
                  <a:srgbClr val="20C54F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7092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23F439CC-3E4C-4558-BFEC-48F65687705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018041"/>
            <a:ext cx="12188952" cy="839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91" y="0"/>
                </a:moveTo>
                <a:cubicBezTo>
                  <a:pt x="16950" y="0"/>
                  <a:pt x="16819" y="1095"/>
                  <a:pt x="16748" y="2888"/>
                </a:cubicBezTo>
                <a:lnTo>
                  <a:pt x="16401" y="11964"/>
                </a:lnTo>
                <a:cubicBezTo>
                  <a:pt x="16342" y="13428"/>
                  <a:pt x="16235" y="14345"/>
                  <a:pt x="16118" y="14345"/>
                </a:cubicBezTo>
                <a:lnTo>
                  <a:pt x="0" y="14345"/>
                </a:lnTo>
                <a:lnTo>
                  <a:pt x="0" y="21600"/>
                </a:lnTo>
                <a:lnTo>
                  <a:pt x="21595" y="21600"/>
                </a:lnTo>
                <a:lnTo>
                  <a:pt x="21595" y="14345"/>
                </a:lnTo>
                <a:lnTo>
                  <a:pt x="21600" y="14"/>
                </a:lnTo>
                <a:lnTo>
                  <a:pt x="17091" y="14"/>
                </a:lnTo>
                <a:close/>
              </a:path>
            </a:pathLst>
          </a:custGeom>
          <a:solidFill>
            <a:srgbClr val="20C54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B5DCFEC-D21C-4979-AD98-CAFDCD79EC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5714" y="1"/>
            <a:ext cx="4166287" cy="5016843"/>
          </a:xfrm>
          <a:custGeom>
            <a:avLst/>
            <a:gdLst>
              <a:gd name="connsiteX0" fmla="*/ 218687 w 4166287"/>
              <a:gd name="connsiteY0" fmla="*/ 0 h 5016843"/>
              <a:gd name="connsiteX1" fmla="*/ 4166287 w 4166287"/>
              <a:gd name="connsiteY1" fmla="*/ 0 h 5016843"/>
              <a:gd name="connsiteX2" fmla="*/ 4166287 w 4166287"/>
              <a:gd name="connsiteY2" fmla="*/ 4994526 h 5016843"/>
              <a:gd name="connsiteX3" fmla="*/ 4147340 w 4166287"/>
              <a:gd name="connsiteY3" fmla="*/ 4997417 h 5016843"/>
              <a:gd name="connsiteX4" fmla="*/ 3762632 w 4166287"/>
              <a:gd name="connsiteY4" fmla="*/ 5016843 h 5016843"/>
              <a:gd name="connsiteX5" fmla="*/ 0 w 4166287"/>
              <a:gd name="connsiteY5" fmla="*/ 1254210 h 5016843"/>
              <a:gd name="connsiteX6" fmla="*/ 169160 w 4166287"/>
              <a:gd name="connsiteY6" fmla="*/ 135318 h 501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6287" h="5016843">
                <a:moveTo>
                  <a:pt x="218687" y="0"/>
                </a:moveTo>
                <a:lnTo>
                  <a:pt x="4166287" y="0"/>
                </a:lnTo>
                <a:lnTo>
                  <a:pt x="4166287" y="4994526"/>
                </a:lnTo>
                <a:lnTo>
                  <a:pt x="4147340" y="4997417"/>
                </a:lnTo>
                <a:cubicBezTo>
                  <a:pt x="4020851" y="5010263"/>
                  <a:pt x="3892510" y="5016843"/>
                  <a:pt x="3762632" y="5016843"/>
                </a:cubicBezTo>
                <a:cubicBezTo>
                  <a:pt x="1684587" y="5016843"/>
                  <a:pt x="0" y="3332255"/>
                  <a:pt x="0" y="1254210"/>
                </a:cubicBezTo>
                <a:cubicBezTo>
                  <a:pt x="0" y="864577"/>
                  <a:pt x="59223" y="488776"/>
                  <a:pt x="169160" y="1353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8751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8866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88669"/>
            <a:ext cx="4114800" cy="365125"/>
          </a:xfrm>
        </p:spPr>
        <p:txBody>
          <a:bodyPr/>
          <a:lstStyle/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88669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99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#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1D42-6617-4BEE-98E5-BA7C91B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-38694"/>
            <a:ext cx="7819256" cy="1325563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64C9-A85A-4EAB-ABF5-1F23772B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880" y="1286869"/>
            <a:ext cx="6841976" cy="1325563"/>
          </a:xfrm>
        </p:spPr>
        <p:txBody>
          <a:bodyPr>
            <a:normAutofit/>
          </a:bodyPr>
          <a:lstStyle>
            <a:lvl1pPr marL="0" indent="0" algn="just">
              <a:buNone/>
              <a:defRPr sz="2000" cap="all" baseline="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ADAF-68B5-4AE6-A7BF-B41A96E7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82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AC43-A15B-4524-B559-F5C89AB8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82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0BDDA-974C-4553-B192-00D80DAA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2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821264-AC07-4573-9198-981E26063A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5650" y="4724400"/>
            <a:ext cx="3565525" cy="1463675"/>
          </a:xfrm>
        </p:spPr>
        <p:txBody>
          <a:bodyPr anchor="ctr">
            <a:normAutofit/>
          </a:bodyPr>
          <a:lstStyle>
            <a:lvl1pPr marL="0" indent="0" algn="just">
              <a:buNone/>
              <a:defRPr sz="1800" cap="all" baseline="0"/>
            </a:lvl1pPr>
          </a:lstStyle>
          <a:p>
            <a:pPr lvl="0"/>
            <a:r>
              <a:rPr lang="en-US" dirty="0"/>
              <a:t>Edit Master</a:t>
            </a:r>
          </a:p>
        </p:txBody>
      </p:sp>
    </p:spTree>
    <p:extLst>
      <p:ext uri="{BB962C8B-B14F-4D97-AF65-F5344CB8AC3E}">
        <p14:creationId xmlns:p14="http://schemas.microsoft.com/office/powerpoint/2010/main" val="1050998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3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2820E-F81D-4DFD-8733-1D24A4D6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84069-DA73-4ED1-8EA9-C3006B8E9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7D7BE-CE32-4BF8-BBEB-E4E9D6548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35E2F-C15A-4548-80F5-181D09C67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0BA0-643A-4B18-BC5E-12B02C3A0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36A72-EF4D-4486-A23C-054FE2E2A8D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7A131-9B76-4E64-AD97-136DDE626FB1}"/>
              </a:ext>
            </a:extLst>
          </p:cNvPr>
          <p:cNvSpPr/>
          <p:nvPr userDrawn="1"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203238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84" r:id="rId4"/>
    <p:sldLayoutId id="2147483999" r:id="rId5"/>
    <p:sldLayoutId id="2147483997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399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3974763103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r" defTabSz="914354" rtl="0" eaLnBrk="1" latinLnBrk="0" hangingPunct="1">
        <a:spcBef>
          <a:spcPct val="0"/>
        </a:spcBef>
        <a:buNone/>
        <a:defRPr lang="en-US" sz="4000" b="1" kern="1200" cap="all" normalizeH="0" baseline="0" dirty="0">
          <a:solidFill>
            <a:srgbClr val="2F3A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8930" y="341031"/>
            <a:ext cx="2914141" cy="80474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185947" y="2158991"/>
            <a:ext cx="7820106" cy="34163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914354"/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Free </a:t>
            </a:r>
            <a:r>
              <a:rPr lang="en-US" sz="5400">
                <a:solidFill>
                  <a:schemeClr val="bg1"/>
                </a:solidFill>
                <a:latin typeface="Calibri Light" panose="020F0302020204030204" pitchFamily="34" charset="0"/>
              </a:rPr>
              <a:t>creative templates</a:t>
            </a:r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, charts, diagrams and maps for your outstanding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80082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10" Type="http://schemas.openxmlformats.org/officeDocument/2006/relationships/image" Target="../media/image8.jpe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customXml" Target="../ink/ink5.xml"/><Relationship Id="rId4" Type="http://schemas.openxmlformats.org/officeDocument/2006/relationships/image" Target="../media/image1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7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.xml"/><Relationship Id="rId5" Type="http://schemas.openxmlformats.org/officeDocument/2006/relationships/image" Target="../media/image14.png"/><Relationship Id="rId10" Type="http://schemas.openxmlformats.org/officeDocument/2006/relationships/image" Target="../media/image13.png"/><Relationship Id="rId9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customXml" Target="../ink/ink11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5.xml"/><Relationship Id="rId16" Type="http://schemas.openxmlformats.org/officeDocument/2006/relationships/diagramLayout" Target="../diagrams/layout3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17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a.kenzhalieva@kublei.kz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hyperlink" Target="mailto:info@kublei.kz" TargetMode="External"/><Relationship Id="rId4" Type="http://schemas.openxmlformats.org/officeDocument/2006/relationships/hyperlink" Target="mailto:e.nosyreva@kublei.k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58EDE2-9C12-4E95-AE15-1944DE252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b="1" i="0" dirty="0">
                <a:solidFill>
                  <a:srgbClr val="262727"/>
                </a:solidFill>
                <a:effectLst/>
                <a:latin typeface="var(--merriweather)"/>
              </a:rPr>
              <a:t>Мясоперерабатывающий комплекс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6DCAC89-5D68-4BB2-9B66-DFA32988E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0" dirty="0">
                <a:effectLst/>
                <a:latin typeface="var(--merriweather)"/>
              </a:rPr>
              <a:t>Гарантированный стандарт золотого качества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A5452-376D-464E-9B77-487F46B58A20}"/>
              </a:ext>
            </a:extLst>
          </p:cNvPr>
          <p:cNvSpPr txBox="1"/>
          <p:nvPr/>
        </p:nvSpPr>
        <p:spPr>
          <a:xfrm>
            <a:off x="7680176" y="404664"/>
            <a:ext cx="48494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chemeClr val="bg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ТОО «Кублей»</a:t>
            </a:r>
            <a:endParaRPr lang="en-US" sz="6600" b="1" dirty="0">
              <a:solidFill>
                <a:schemeClr val="bg2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FC5B6F-9C80-4F6C-B526-24D3671C93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8680"/>
            <a:ext cx="2952328" cy="2505341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DD37E18E-423D-5E76-CFE6-E57AD391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</p:spTree>
    <p:extLst>
      <p:ext uri="{BB962C8B-B14F-4D97-AF65-F5344CB8AC3E}">
        <p14:creationId xmlns:p14="http://schemas.microsoft.com/office/powerpoint/2010/main" val="6329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D609D28B-FAB8-DFC7-220F-B2B68B3CB231}"/>
              </a:ext>
            </a:extLst>
          </p:cNvPr>
          <p:cNvGrpSpPr/>
          <p:nvPr/>
        </p:nvGrpSpPr>
        <p:grpSpPr>
          <a:xfrm>
            <a:off x="1123970" y="1656331"/>
            <a:ext cx="858600" cy="45720"/>
            <a:chOff x="1123970" y="1656331"/>
            <a:chExt cx="858600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14:cNvPr>
                <p14:cNvContentPartPr/>
                <p14:nvPr/>
              </p14:nvContentPartPr>
              <p14:xfrm>
                <a:off x="1175810" y="1656331"/>
                <a:ext cx="806760" cy="3708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12810" y="1593331"/>
                  <a:ext cx="932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14:cNvPr>
                <p14:cNvContentPartPr/>
                <p14:nvPr/>
              </p14:nvContentPartPr>
              <p14:xfrm>
                <a:off x="1123970" y="1693051"/>
                <a:ext cx="107640" cy="900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0970" y="1630051"/>
                  <a:ext cx="2332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80320" cy="720080"/>
          </a:xfrm>
        </p:spPr>
        <p:txBody>
          <a:bodyPr>
            <a:noAutofit/>
          </a:bodyPr>
          <a:lstStyle/>
          <a:p>
            <a:r>
              <a:rPr lang="ru-RU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 предприятии</a:t>
            </a: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30385-8888-4A46-B686-EF482B1F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30" y="836712"/>
            <a:ext cx="7187514" cy="602128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Мясоперерабатывающий комплекс — это современное мясоперерабатывающее предприятие, оснащенное всем необходимым европейским оборудованием для выпуска качественной продукции достаточно широкого ассортимента.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состав мясоперерабатывающего комплекса входит: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убойный цех;</a:t>
            </a:r>
            <a:endParaRPr lang="ru-RU" sz="1800" kern="100" dirty="0">
              <a:solidFill>
                <a:srgbClr val="262727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цех по обработки субпродуктов;</a:t>
            </a:r>
            <a:endParaRPr lang="ru-RU" sz="1800" kern="100" dirty="0">
              <a:solidFill>
                <a:srgbClr val="262727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 err="1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обвалочный</a:t>
            </a: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цех;</a:t>
            </a:r>
            <a:endParaRPr lang="en-US" sz="1800" kern="100" dirty="0">
              <a:solidFill>
                <a:srgbClr val="262727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цех упаковки;</a:t>
            </a:r>
            <a:endParaRPr lang="ru-RU" sz="1800" kern="100" dirty="0">
              <a:solidFill>
                <a:srgbClr val="262727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цех по переработки отходов;</a:t>
            </a:r>
            <a:endParaRPr lang="ru-RU" sz="1800" kern="100" dirty="0">
              <a:solidFill>
                <a:srgbClr val="262727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цех по переработки шкуры.</a:t>
            </a:r>
            <a:endParaRPr lang="ru-RU" sz="1800" kern="100" dirty="0">
              <a:solidFill>
                <a:srgbClr val="262727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Глубокая переработка сырья является одним из приоритетных перспективных направлений развития нашей компании.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Комплекс оснащен различными видами холодильных складов, камер, и климатизированных помещений с различными температурой и влажностью. 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Ежедневно на МПК забивается около 250 голов КРС и 700 голов МРС в смену, выращенные в экологически чистых районах Западно-казахстанской области.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Полный ассортимент продукции составляет до 50 наименований замороженной продукции.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предприятии внедрена международная система по безопасности пищевой продукции на основе СТ РК ИСО 22000:2006, что является гарантией безопасности и доброкачественности готового продукта.</a:t>
            </a:r>
            <a:endParaRPr lang="ru-RU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379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B995F06-6523-4112-9467-D8A4A22F74BE}"/>
              </a:ext>
            </a:extLst>
          </p:cNvPr>
          <p:cNvSpPr/>
          <p:nvPr/>
        </p:nvSpPr>
        <p:spPr>
          <a:xfrm>
            <a:off x="9156356" y="420129"/>
            <a:ext cx="3035644" cy="5239266"/>
          </a:xfrm>
          <a:custGeom>
            <a:avLst/>
            <a:gdLst>
              <a:gd name="connsiteX0" fmla="*/ 2619633 w 3035644"/>
              <a:gd name="connsiteY0" fmla="*/ 0 h 5239266"/>
              <a:gd name="connsiteX1" fmla="*/ 2887476 w 3035644"/>
              <a:gd name="connsiteY1" fmla="*/ 13525 h 5239266"/>
              <a:gd name="connsiteX2" fmla="*/ 3035644 w 3035644"/>
              <a:gd name="connsiteY2" fmla="*/ 36138 h 5239266"/>
              <a:gd name="connsiteX3" fmla="*/ 3035644 w 3035644"/>
              <a:gd name="connsiteY3" fmla="*/ 5203128 h 5239266"/>
              <a:gd name="connsiteX4" fmla="*/ 2887476 w 3035644"/>
              <a:gd name="connsiteY4" fmla="*/ 5225741 h 5239266"/>
              <a:gd name="connsiteX5" fmla="*/ 2619633 w 3035644"/>
              <a:gd name="connsiteY5" fmla="*/ 5239266 h 5239266"/>
              <a:gd name="connsiteX6" fmla="*/ 0 w 3035644"/>
              <a:gd name="connsiteY6" fmla="*/ 2619633 h 5239266"/>
              <a:gd name="connsiteX7" fmla="*/ 2619633 w 3035644"/>
              <a:gd name="connsiteY7" fmla="*/ 0 h 5239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5644" h="5239266">
                <a:moveTo>
                  <a:pt x="2619633" y="0"/>
                </a:moveTo>
                <a:cubicBezTo>
                  <a:pt x="2710057" y="0"/>
                  <a:pt x="2799411" y="4582"/>
                  <a:pt x="2887476" y="13525"/>
                </a:cubicBezTo>
                <a:lnTo>
                  <a:pt x="3035644" y="36138"/>
                </a:lnTo>
                <a:lnTo>
                  <a:pt x="3035644" y="5203128"/>
                </a:lnTo>
                <a:lnTo>
                  <a:pt x="2887476" y="5225741"/>
                </a:lnTo>
                <a:cubicBezTo>
                  <a:pt x="2799411" y="5234685"/>
                  <a:pt x="2710057" y="5239266"/>
                  <a:pt x="2619633" y="5239266"/>
                </a:cubicBezTo>
                <a:cubicBezTo>
                  <a:pt x="1172850" y="5239266"/>
                  <a:pt x="0" y="4066416"/>
                  <a:pt x="0" y="2619633"/>
                </a:cubicBezTo>
                <a:cubicBezTo>
                  <a:pt x="0" y="1172850"/>
                  <a:pt x="1172850" y="0"/>
                  <a:pt x="2619633" y="0"/>
                </a:cubicBezTo>
                <a:close/>
              </a:path>
            </a:pathLst>
          </a:custGeom>
          <a:solidFill>
            <a:srgbClr val="20C54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14:cNvPr>
              <p14:cNvContentPartPr/>
              <p14:nvPr/>
            </p14:nvContentPartPr>
            <p14:xfrm>
              <a:off x="3784010" y="2217571"/>
              <a:ext cx="360" cy="3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21010" y="2154931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D2170F-1FCB-F9D0-16C7-4616DFEDBCC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1" r="22321"/>
          <a:stretch>
            <a:fillRect/>
          </a:stretch>
        </p:blipFill>
        <p:spPr>
          <a:xfrm>
            <a:off x="7670858" y="1"/>
            <a:ext cx="4521143" cy="5767026"/>
          </a:xfrm>
        </p:spPr>
      </p:pic>
      <p:sp>
        <p:nvSpPr>
          <p:cNvPr id="2" name="Subtitle 6">
            <a:extLst>
              <a:ext uri="{FF2B5EF4-FFF2-40B4-BE49-F238E27FC236}">
                <a16:creationId xmlns:a16="http://schemas.microsoft.com/office/drawing/2014/main" id="{36B19AA7-0D61-BE2E-D5AB-213DB7CA3FDF}"/>
              </a:ext>
            </a:extLst>
          </p:cNvPr>
          <p:cNvSpPr txBox="1">
            <a:spLocks/>
          </p:cNvSpPr>
          <p:nvPr/>
        </p:nvSpPr>
        <p:spPr>
          <a:xfrm>
            <a:off x="3508220" y="2070952"/>
            <a:ext cx="3299987" cy="1776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latin typeface="var(--merriweather)"/>
              </a:rPr>
              <a:t>Производственные мощности</a:t>
            </a:r>
            <a:r>
              <a:rPr lang="en-US" sz="1000" dirty="0">
                <a:latin typeface="var(--merriweather)"/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latin typeface="var(--merriweather)"/>
              </a:rPr>
              <a:t>250</a:t>
            </a:r>
            <a:r>
              <a:rPr lang="kk-KZ" sz="1000" dirty="0">
                <a:latin typeface="var(--merriweather)"/>
              </a:rPr>
              <a:t> КРС</a:t>
            </a:r>
            <a:r>
              <a:rPr lang="en-US" sz="1000" dirty="0">
                <a:latin typeface="var(--merriweather)"/>
              </a:rPr>
              <a:t>/</a:t>
            </a:r>
            <a:r>
              <a:rPr lang="ru-RU" sz="1000" dirty="0">
                <a:latin typeface="var(--merriweather)"/>
              </a:rPr>
              <a:t>день – 62500 в год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700 </a:t>
            </a:r>
            <a:r>
              <a:rPr lang="kk-KZ" sz="1000" dirty="0">
                <a:latin typeface="var(--merriweather)"/>
              </a:rPr>
              <a:t>МРС</a:t>
            </a:r>
            <a:r>
              <a:rPr lang="en-US" sz="1000" dirty="0">
                <a:latin typeface="var(--merriweather)"/>
              </a:rPr>
              <a:t>/</a:t>
            </a:r>
            <a:r>
              <a:rPr lang="ru-RU" sz="1000" dirty="0">
                <a:latin typeface="var(--merriweather)"/>
              </a:rPr>
              <a:t>день – 175000 в год</a:t>
            </a:r>
            <a:endParaRPr lang="en-US" sz="1000" dirty="0">
              <a:latin typeface="var(--merriweather)"/>
            </a:endParaRPr>
          </a:p>
          <a:p>
            <a:pPr marL="0" indent="0">
              <a:buNone/>
            </a:pPr>
            <a:r>
              <a:rPr lang="kk-KZ" sz="1000" dirty="0">
                <a:latin typeface="var(--merriweather)"/>
              </a:rPr>
              <a:t>За </a:t>
            </a:r>
            <a:r>
              <a:rPr lang="ru-RU" sz="1000" dirty="0">
                <a:latin typeface="var(--merriweather)"/>
              </a:rPr>
              <a:t>2023 год</a:t>
            </a:r>
            <a:r>
              <a:rPr lang="en-US" sz="1000" dirty="0">
                <a:latin typeface="var(--merriweather)"/>
              </a:rPr>
              <a:t>: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25000 КРС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40000 МРС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Переработано шкур</a:t>
            </a:r>
            <a:r>
              <a:rPr lang="en-US" sz="1000" dirty="0">
                <a:latin typeface="var(--merriweather)"/>
              </a:rPr>
              <a:t>: 75000 </a:t>
            </a:r>
            <a:r>
              <a:rPr lang="kk-KZ" sz="1000" dirty="0">
                <a:latin typeface="var(--merriweather)"/>
              </a:rPr>
              <a:t>в год</a:t>
            </a:r>
            <a:r>
              <a:rPr lang="ru-RU" sz="1000" dirty="0">
                <a:latin typeface="var(--merriweather)"/>
              </a:rPr>
              <a:t>.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За 2023 год 20000 тысяч шкур были экспортированы Италию и Турцию.</a:t>
            </a:r>
          </a:p>
          <a:p>
            <a:pPr marL="0" indent="0">
              <a:buNone/>
            </a:pPr>
            <a:r>
              <a:rPr lang="ru-RU" sz="1000" dirty="0">
                <a:latin typeface="var(--merriweather)"/>
              </a:rPr>
              <a:t>Переработка отходов и костей </a:t>
            </a:r>
            <a:r>
              <a:rPr lang="en-US" sz="1000" dirty="0">
                <a:latin typeface="var(--merriweather)"/>
              </a:rPr>
              <a:t>: 300</a:t>
            </a:r>
            <a:r>
              <a:rPr lang="ru-RU" sz="1000" dirty="0">
                <a:latin typeface="var(--merriweather)"/>
              </a:rPr>
              <a:t>0 тонн муки в год, 100 тонн технического жира. </a:t>
            </a:r>
          </a:p>
        </p:txBody>
      </p:sp>
    </p:spTree>
    <p:extLst>
      <p:ext uri="{BB962C8B-B14F-4D97-AF65-F5344CB8AC3E}">
        <p14:creationId xmlns:p14="http://schemas.microsoft.com/office/powerpoint/2010/main" val="366069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D609D28B-FAB8-DFC7-220F-B2B68B3CB231}"/>
              </a:ext>
            </a:extLst>
          </p:cNvPr>
          <p:cNvGrpSpPr/>
          <p:nvPr/>
        </p:nvGrpSpPr>
        <p:grpSpPr>
          <a:xfrm>
            <a:off x="1123970" y="1656331"/>
            <a:ext cx="858600" cy="45720"/>
            <a:chOff x="1123970" y="1656331"/>
            <a:chExt cx="858600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14:cNvPr>
                <p14:cNvContentPartPr/>
                <p14:nvPr/>
              </p14:nvContentPartPr>
              <p14:xfrm>
                <a:off x="1175810" y="1656331"/>
                <a:ext cx="806760" cy="3708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12838" y="1593331"/>
                  <a:ext cx="932344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14:cNvPr>
                <p14:cNvContentPartPr/>
                <p14:nvPr/>
              </p14:nvContentPartPr>
              <p14:xfrm>
                <a:off x="1123970" y="1693051"/>
                <a:ext cx="107640" cy="900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0970" y="1630051"/>
                  <a:ext cx="233280" cy="13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80320" cy="720080"/>
          </a:xfrm>
        </p:spPr>
        <p:txBody>
          <a:bodyPr>
            <a:noAutofit/>
          </a:bodyPr>
          <a:lstStyle/>
          <a:p>
            <a:r>
              <a:rPr lang="ru-RU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 предприятии</a:t>
            </a: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30385-8888-4A46-B686-EF482B1F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30" y="836712"/>
            <a:ext cx="7187514" cy="6021288"/>
          </a:xfrm>
        </p:spPr>
        <p:txBody>
          <a:bodyPr>
            <a:normAutofit/>
          </a:bodyPr>
          <a:lstStyle/>
          <a:p>
            <a:pPr algn="l"/>
            <a:r>
              <a:rPr lang="kk-KZ" sz="1100" dirty="0">
                <a:solidFill>
                  <a:srgbClr val="26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100" b="0" i="0" dirty="0" err="1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</a:t>
            </a:r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же производство продукции осуществляется согласно стандарту ЕС Халяль -01:2012 "Общие требования производства, изготовление,  обработки, хранению, транспортировке и реализации продукции "Халяль" и международным  стандартам МС 1500:2004, МС 1500-2009 "Руководству по производству, изготовлению, обработке и хранению продукции "Халал".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МПК разработана собственная программа многоступенчатого контроля качества. В этой цепочке участвует каждое звено производственного процесса, начиная от склада по приемке животных, заканчивая складом готовой продукции.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качества включает: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контроль животных (основного сырья) и материалов;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соблюдением технологических процессов;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готовой продукции сотрудниками собственной лицензированной лабораторий.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Вся продукция мясоперерабатывающего комплекса реализуется по Казахстану, России, Иран. В настоящий момент ведутся переговоры с КНР  о поставках баранины.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 оснащен современной системой очистке сточных вод и собственным  и очистными сооружениями. Вода очищается до уровня </a:t>
            </a:r>
            <a:r>
              <a:rPr lang="ru-RU" sz="1100" b="0" i="0" dirty="0" err="1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хоз</a:t>
            </a:r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-питьевой воды, согласно требованиям санитарным нормам Казахстана.</a:t>
            </a:r>
          </a:p>
          <a:p>
            <a:pPr algn="l"/>
            <a:r>
              <a:rPr lang="ru-RU" sz="11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 заключаемых сделок.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Возможна доставка скота транспортом покупателя.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Гарантированная оплата - наличным и безналичным способом.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Представитель поставщика может присутствовать при забое скота.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Предлагаем долгосрочное сотрудничество, гарантируем постоянные объемы закупа скота.</a:t>
            </a:r>
          </a:p>
          <a:p>
            <a:pPr algn="l"/>
            <a:r>
              <a:rPr lang="ru-RU" sz="1100" b="0" i="0" dirty="0">
                <a:solidFill>
                  <a:srgbClr val="26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необходимости подготавливаем документы для получения субсидий.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ru-RU" sz="11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379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14:cNvPr>
              <p14:cNvContentPartPr/>
              <p14:nvPr/>
            </p14:nvContentPartPr>
            <p14:xfrm>
              <a:off x="3784010" y="2217571"/>
              <a:ext cx="360" cy="3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1010" y="2154571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5C6271-62C3-8798-AE95-F25F9446A3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8" r="22318"/>
          <a:stretch>
            <a:fillRect/>
          </a:stretch>
        </p:blipFill>
        <p:spPr>
          <a:xfrm>
            <a:off x="7608528" y="1"/>
            <a:ext cx="4583473" cy="5804902"/>
          </a:xfrm>
        </p:spPr>
      </p:pic>
    </p:spTree>
    <p:extLst>
      <p:ext uri="{BB962C8B-B14F-4D97-AF65-F5344CB8AC3E}">
        <p14:creationId xmlns:p14="http://schemas.microsoft.com/office/powerpoint/2010/main" val="3715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D609D28B-FAB8-DFC7-220F-B2B68B3CB231}"/>
              </a:ext>
            </a:extLst>
          </p:cNvPr>
          <p:cNvGrpSpPr/>
          <p:nvPr/>
        </p:nvGrpSpPr>
        <p:grpSpPr>
          <a:xfrm>
            <a:off x="1123970" y="1656331"/>
            <a:ext cx="858600" cy="45720"/>
            <a:chOff x="1123970" y="1656331"/>
            <a:chExt cx="858600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14:cNvPr>
                <p14:cNvContentPartPr/>
                <p14:nvPr/>
              </p14:nvContentPartPr>
              <p14:xfrm>
                <a:off x="1175810" y="1656331"/>
                <a:ext cx="806760" cy="3708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1DF015ED-2F42-7F0A-C056-121A793D9D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2838" y="1593331"/>
                  <a:ext cx="932344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14:cNvPr>
                <p14:cNvContentPartPr/>
                <p14:nvPr/>
              </p14:nvContentPartPr>
              <p14:xfrm>
                <a:off x="1123970" y="1693051"/>
                <a:ext cx="107640" cy="900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4B7C040E-0621-F431-E7E5-BE4B2CDA0E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0970" y="1630051"/>
                  <a:ext cx="233280" cy="134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D3D098F-7846-5F0D-EEAD-43EFE93064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7366984" cy="653474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17" y="19050"/>
            <a:ext cx="2880320" cy="720080"/>
          </a:xfrm>
        </p:spPr>
        <p:txBody>
          <a:bodyPr>
            <a:noAutofit/>
          </a:bodyPr>
          <a:lstStyle/>
          <a:p>
            <a:pPr algn="r"/>
            <a:r>
              <a:rPr lang="kk-KZ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</a:t>
            </a:r>
            <a:endParaRPr lang="ru-RU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80044F-0AF6-489C-BA16-D8C3AFF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379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14:cNvPr>
              <p14:cNvContentPartPr/>
              <p14:nvPr/>
            </p14:nvContentPartPr>
            <p14:xfrm>
              <a:off x="3791744" y="2276872"/>
              <a:ext cx="360" cy="3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454ECB1-362B-A796-D3C8-A56A690929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28744" y="221387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137EC26-7CC0-2007-1B9C-6F716192F69A}"/>
              </a:ext>
            </a:extLst>
          </p:cNvPr>
          <p:cNvSpPr txBox="1">
            <a:spLocks/>
          </p:cNvSpPr>
          <p:nvPr/>
        </p:nvSpPr>
        <p:spPr>
          <a:xfrm>
            <a:off x="123076" y="1844824"/>
            <a:ext cx="1076380" cy="251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i="0" dirty="0">
                <a:solidFill>
                  <a:srgbClr val="5C6D5E"/>
                </a:solidFill>
                <a:effectLst/>
                <a:highlight>
                  <a:srgbClr val="FFFF00"/>
                </a:highlight>
                <a:latin typeface="Arial Black" panose="020B0A04020102020204" pitchFamily="34" charset="0"/>
              </a:rPr>
              <a:t>Uralsk</a:t>
            </a:r>
            <a:endParaRPr lang="ru-RU" sz="1100" b="1" dirty="0">
              <a:solidFill>
                <a:srgbClr val="5C6D5E"/>
              </a:solidFill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  <p:sp>
        <p:nvSpPr>
          <p:cNvPr id="15" name="Стрелка: изогнутая вниз 14">
            <a:extLst>
              <a:ext uri="{FF2B5EF4-FFF2-40B4-BE49-F238E27FC236}">
                <a16:creationId xmlns:a16="http://schemas.microsoft.com/office/drawing/2014/main" id="{50644F0A-458C-D2A4-7E2B-2182378E083C}"/>
              </a:ext>
            </a:extLst>
          </p:cNvPr>
          <p:cNvSpPr/>
          <p:nvPr/>
        </p:nvSpPr>
        <p:spPr>
          <a:xfrm rot="730511">
            <a:off x="580748" y="834051"/>
            <a:ext cx="5529902" cy="1597737"/>
          </a:xfrm>
          <a:prstGeom prst="curvedDownArrow">
            <a:avLst>
              <a:gd name="adj1" fmla="val 6080"/>
              <a:gd name="adj2" fmla="val 40908"/>
              <a:gd name="adj3" fmla="val 171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Стрелка: изогнутая вниз 20">
            <a:extLst>
              <a:ext uri="{FF2B5EF4-FFF2-40B4-BE49-F238E27FC236}">
                <a16:creationId xmlns:a16="http://schemas.microsoft.com/office/drawing/2014/main" id="{B596E6C1-4B98-0F64-0F35-2D2BC42B9E32}"/>
              </a:ext>
            </a:extLst>
          </p:cNvPr>
          <p:cNvSpPr/>
          <p:nvPr/>
        </p:nvSpPr>
        <p:spPr>
          <a:xfrm rot="1470148">
            <a:off x="692532" y="591948"/>
            <a:ext cx="3605807" cy="1660021"/>
          </a:xfrm>
          <a:prstGeom prst="curvedDownArrow">
            <a:avLst>
              <a:gd name="adj1" fmla="val 6435"/>
              <a:gd name="adj2" fmla="val 18801"/>
              <a:gd name="adj3" fmla="val 168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трелка: изогнутая вниз 21">
            <a:extLst>
              <a:ext uri="{FF2B5EF4-FFF2-40B4-BE49-F238E27FC236}">
                <a16:creationId xmlns:a16="http://schemas.microsoft.com/office/drawing/2014/main" id="{A06F61FA-D729-2284-D2A0-C1BB5CCA28DC}"/>
              </a:ext>
            </a:extLst>
          </p:cNvPr>
          <p:cNvSpPr/>
          <p:nvPr/>
        </p:nvSpPr>
        <p:spPr>
          <a:xfrm rot="19643128">
            <a:off x="83369" y="240959"/>
            <a:ext cx="1889695" cy="953781"/>
          </a:xfrm>
          <a:prstGeom prst="curvedDownArrow">
            <a:avLst>
              <a:gd name="adj1" fmla="val 12554"/>
              <a:gd name="adj2" fmla="val 30037"/>
              <a:gd name="adj3" fmla="val 141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Стрелка: изогнутая вниз 22">
            <a:extLst>
              <a:ext uri="{FF2B5EF4-FFF2-40B4-BE49-F238E27FC236}">
                <a16:creationId xmlns:a16="http://schemas.microsoft.com/office/drawing/2014/main" id="{FC4E49E7-CDF1-EC1B-06F1-B4885D5356F8}"/>
              </a:ext>
            </a:extLst>
          </p:cNvPr>
          <p:cNvSpPr/>
          <p:nvPr/>
        </p:nvSpPr>
        <p:spPr>
          <a:xfrm rot="1648062">
            <a:off x="652395" y="1398451"/>
            <a:ext cx="5258002" cy="1344700"/>
          </a:xfrm>
          <a:prstGeom prst="curvedDownArrow">
            <a:avLst>
              <a:gd name="adj1" fmla="val 4100"/>
              <a:gd name="adj2" fmla="val 25601"/>
              <a:gd name="adj3" fmla="val 171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Стрелка: изогнутая вниз 23">
            <a:extLst>
              <a:ext uri="{FF2B5EF4-FFF2-40B4-BE49-F238E27FC236}">
                <a16:creationId xmlns:a16="http://schemas.microsoft.com/office/drawing/2014/main" id="{CF89DA4F-8335-9E64-F844-95BBFC9D592D}"/>
              </a:ext>
            </a:extLst>
          </p:cNvPr>
          <p:cNvSpPr/>
          <p:nvPr/>
        </p:nvSpPr>
        <p:spPr>
          <a:xfrm rot="2251786">
            <a:off x="630482" y="1293127"/>
            <a:ext cx="4085762" cy="1647146"/>
          </a:xfrm>
          <a:prstGeom prst="curvedDownArrow">
            <a:avLst>
              <a:gd name="adj1" fmla="val 6435"/>
              <a:gd name="adj2" fmla="val 18801"/>
              <a:gd name="adj3" fmla="val 168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Стрелка: изогнутая вниз 24">
            <a:extLst>
              <a:ext uri="{FF2B5EF4-FFF2-40B4-BE49-F238E27FC236}">
                <a16:creationId xmlns:a16="http://schemas.microsoft.com/office/drawing/2014/main" id="{B5AE5527-841C-BEA0-9015-E3389221AD42}"/>
              </a:ext>
            </a:extLst>
          </p:cNvPr>
          <p:cNvSpPr/>
          <p:nvPr/>
        </p:nvSpPr>
        <p:spPr>
          <a:xfrm rot="1116587">
            <a:off x="655623" y="653523"/>
            <a:ext cx="6426027" cy="2157441"/>
          </a:xfrm>
          <a:prstGeom prst="curvedDownArrow">
            <a:avLst>
              <a:gd name="adj1" fmla="val 4100"/>
              <a:gd name="adj2" fmla="val 25601"/>
              <a:gd name="adj3" fmla="val 171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Subtitle 6">
            <a:extLst>
              <a:ext uri="{FF2B5EF4-FFF2-40B4-BE49-F238E27FC236}">
                <a16:creationId xmlns:a16="http://schemas.microsoft.com/office/drawing/2014/main" id="{9A406392-E523-76F1-3A8E-CE5A65C65089}"/>
              </a:ext>
            </a:extLst>
          </p:cNvPr>
          <p:cNvSpPr txBox="1">
            <a:spLocks/>
          </p:cNvSpPr>
          <p:nvPr/>
        </p:nvSpPr>
        <p:spPr>
          <a:xfrm>
            <a:off x="7391317" y="548680"/>
            <a:ext cx="4676753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k-KZ" sz="1000" dirty="0">
                <a:latin typeface="var(--merriweather)"/>
              </a:rPr>
              <a:t>Продукция </a:t>
            </a:r>
            <a:r>
              <a:rPr lang="en-US" sz="1000" dirty="0">
                <a:latin typeface="var(--merriweather)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Охлажденка /заморозка</a:t>
            </a:r>
            <a:r>
              <a:rPr lang="en-US" sz="1000" dirty="0">
                <a:latin typeface="var(--merriweather)"/>
              </a:rPr>
              <a:t> </a:t>
            </a:r>
            <a:r>
              <a:rPr lang="kk-KZ" sz="1000" dirty="0">
                <a:latin typeface="var(--merriweather)"/>
              </a:rPr>
              <a:t>туши бараньи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Охлажденка туши говядины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Замороженные отруба в вакумной упаковки говядина</a:t>
            </a:r>
            <a:r>
              <a:rPr lang="en-US" sz="1000" dirty="0">
                <a:latin typeface="var(--merriweather)"/>
              </a:rPr>
              <a:t>/</a:t>
            </a:r>
            <a:r>
              <a:rPr lang="kk-KZ" sz="1000" dirty="0">
                <a:latin typeface="var(--merriweather)"/>
              </a:rPr>
              <a:t>баранина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000" dirty="0">
                <a:latin typeface="var(--merriweather)"/>
              </a:rPr>
              <a:t>80 наименований замороженной продукции полуфабрикатов из говядины и баранины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000" dirty="0">
                <a:latin typeface="var(--merriweather)"/>
              </a:rPr>
              <a:t>Замороженные субпродукты говядины и баранины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 dirty="0">
                <a:latin typeface="var(--merriweather)"/>
              </a:rPr>
              <a:t>WET BLUE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Мясокостная мука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Костная мука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k-KZ" sz="1000" dirty="0">
                <a:latin typeface="var(--merriweather)"/>
              </a:rPr>
              <a:t>Технический жир</a:t>
            </a:r>
            <a:endParaRPr lang="ru-RU" sz="1000" dirty="0">
              <a:latin typeface="var(--merriweather)"/>
            </a:endParaRPr>
          </a:p>
        </p:txBody>
      </p:sp>
    </p:spTree>
    <p:extLst>
      <p:ext uri="{BB962C8B-B14F-4D97-AF65-F5344CB8AC3E}">
        <p14:creationId xmlns:p14="http://schemas.microsoft.com/office/powerpoint/2010/main" val="59284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A4430C18-9212-EBA4-B3AE-7F026D39240F}"/>
                  </a:ext>
                </a:extLst>
              </p14:cNvPr>
              <p14:cNvContentPartPr/>
              <p14:nvPr/>
            </p14:nvContentPartPr>
            <p14:xfrm>
              <a:off x="1120965" y="1637220"/>
              <a:ext cx="916560" cy="6804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A4430C18-9212-EBA4-B3AE-7F026D3924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325" y="1574580"/>
                <a:ext cx="1042200" cy="19368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0FB4E7D-4430-BC1C-4DC0-BB40E6E89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17140"/>
            <a:ext cx="6667500" cy="3771900"/>
          </a:xfrm>
          <a:prstGeom prst="rect">
            <a:avLst/>
          </a:prstGeom>
        </p:spPr>
      </p:pic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137B4EC-B1BA-557F-E704-3035A53386FF}"/>
              </a:ext>
            </a:extLst>
          </p:cNvPr>
          <p:cNvSpPr txBox="1">
            <a:spLocks/>
          </p:cNvSpPr>
          <p:nvPr/>
        </p:nvSpPr>
        <p:spPr>
          <a:xfrm>
            <a:off x="4191000" y="65253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354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www.kublei.kz</a:t>
            </a: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E86F473E-2297-6E1B-99FF-B6CD5762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4352" y="0"/>
            <a:ext cx="2880320" cy="720080"/>
          </a:xfrm>
        </p:spPr>
        <p:txBody>
          <a:bodyPr>
            <a:noAutofit/>
          </a:bodyPr>
          <a:lstStyle/>
          <a:p>
            <a:pPr algn="r"/>
            <a:r>
              <a:rPr lang="kk-KZ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Сотрудничество</a:t>
            </a:r>
            <a:endParaRPr lang="ru-RU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EDFB79A1-1337-D2F7-0E90-D1A456729EF3}"/>
              </a:ext>
            </a:extLst>
          </p:cNvPr>
          <p:cNvSpPr txBox="1">
            <a:spLocks/>
          </p:cNvSpPr>
          <p:nvPr/>
        </p:nvSpPr>
        <p:spPr>
          <a:xfrm>
            <a:off x="7470229" y="548680"/>
            <a:ext cx="4686300" cy="54726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2377FD-E099-3A97-02BD-0E6CB5E133B8}"/>
              </a:ext>
            </a:extLst>
          </p:cNvPr>
          <p:cNvSpPr txBox="1"/>
          <p:nvPr/>
        </p:nvSpPr>
        <p:spPr>
          <a:xfrm>
            <a:off x="-21145" y="44624"/>
            <a:ext cx="6334124" cy="730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Bright Catering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«ЮСС 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Супорт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Сервисез»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Лигабуе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Центральная Азия»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Ships Catering Supply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«САС Казахстан»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«Абая»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Авикс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групп»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«Алтын Дан»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«Аль-Абай»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AmirTransSupply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«Аса Даму»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Асыл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тениз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«АФ «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Акас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«Уральская птицефабрика»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«ИНАЛКА ФУД СЕРВИС КАЗ»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Компания Хан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«Staff line service»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«Фабрика кормов»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«Анвар»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«Сауда Маркет»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BEA8D-5E0A-E1B2-4CCE-42ECCDEB1838}"/>
              </a:ext>
            </a:extLst>
          </p:cNvPr>
          <p:cNvSpPr txBox="1"/>
          <p:nvPr/>
        </p:nvSpPr>
        <p:spPr>
          <a:xfrm>
            <a:off x="7595803" y="1148368"/>
            <a:ext cx="4560726" cy="530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ТОО «Сауда Маркет»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Вестмаунт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АО «Верхневолжский кожевенный завод»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«Галеон»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«Гранд-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Мит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«Лидер»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АО «Русская Кожа»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«ОПМ-трейд»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«ТК «ОРДО»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«РОНИ-МИТ»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CALMANTE GROUP L.T.D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“Gloria Trade” Ltd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«TRADE HOUSE RICHMEN»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 S.R.L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EGEL</a:t>
            </a:r>
            <a:r>
              <a:rPr lang="en-US" sz="14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İ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ADAY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75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D2D832A8-2B20-3047-5683-CA08839AE29C}"/>
                  </a:ext>
                </a:extLst>
              </p14:cNvPr>
              <p14:cNvContentPartPr/>
              <p14:nvPr/>
            </p14:nvContentPartPr>
            <p14:xfrm>
              <a:off x="1159250" y="1647331"/>
              <a:ext cx="845280" cy="110160"/>
            </p14:xfrm>
          </p:contentPart>
        </mc:Choice>
        <mc:Fallback xmlns=""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D2D832A8-2B20-3047-5683-CA08839AE2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6610" y="1584331"/>
                <a:ext cx="970920" cy="2358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Footer Placeholder 8">
            <a:extLst>
              <a:ext uri="{FF2B5EF4-FFF2-40B4-BE49-F238E27FC236}">
                <a16:creationId xmlns:a16="http://schemas.microsoft.com/office/drawing/2014/main" id="{FCF03EDC-430B-3777-9F1B-60720468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379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  <p:graphicFrame>
        <p:nvGraphicFramePr>
          <p:cNvPr id="25" name="Схема 24">
            <a:extLst>
              <a:ext uri="{FF2B5EF4-FFF2-40B4-BE49-F238E27FC236}">
                <a16:creationId xmlns:a16="http://schemas.microsoft.com/office/drawing/2014/main" id="{C7BAAA56-2FC4-C5B5-DFB2-6B2421B0A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253930"/>
              </p:ext>
            </p:extLst>
          </p:nvPr>
        </p:nvGraphicFramePr>
        <p:xfrm>
          <a:off x="2135560" y="2132856"/>
          <a:ext cx="5328592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850C7178-40F8-A41E-B09E-E8A5E4F765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745389"/>
              </p:ext>
            </p:extLst>
          </p:nvPr>
        </p:nvGraphicFramePr>
        <p:xfrm>
          <a:off x="5951984" y="-99392"/>
          <a:ext cx="5328592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30" name="Схема 29">
            <a:extLst>
              <a:ext uri="{FF2B5EF4-FFF2-40B4-BE49-F238E27FC236}">
                <a16:creationId xmlns:a16="http://schemas.microsoft.com/office/drawing/2014/main" id="{EED43721-02BE-DB72-0A17-885DAD5E8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9546406"/>
              </p:ext>
            </p:extLst>
          </p:nvPr>
        </p:nvGraphicFramePr>
        <p:xfrm>
          <a:off x="5951984" y="3140969"/>
          <a:ext cx="2808312" cy="2160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31" name="Title 4">
            <a:extLst>
              <a:ext uri="{FF2B5EF4-FFF2-40B4-BE49-F238E27FC236}">
                <a16:creationId xmlns:a16="http://schemas.microsoft.com/office/drawing/2014/main" id="{5F8E4E82-090D-FE42-8CB0-4C12230D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784" y="0"/>
            <a:ext cx="3359696" cy="720080"/>
          </a:xfrm>
        </p:spPr>
        <p:txBody>
          <a:bodyPr>
            <a:noAutofit/>
          </a:bodyPr>
          <a:lstStyle/>
          <a:p>
            <a:pPr algn="ctr"/>
            <a:r>
              <a:rPr lang="kk-KZ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Наши приемущества</a:t>
            </a:r>
            <a:endParaRPr lang="ru-RU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1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29E27F-D56B-46E4-9441-7F127D6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i="0" dirty="0">
                <a:solidFill>
                  <a:srgbClr val="262727"/>
                </a:solidFill>
                <a:effectLst/>
                <a:latin typeface="var(--merriweather)"/>
              </a:rPr>
              <a:t>Контакты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30385-8888-4A46-B686-EF482B1F8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2486"/>
            <a:ext cx="6841976" cy="1325563"/>
          </a:xfrm>
        </p:spPr>
        <p:txBody>
          <a:bodyPr>
            <a:noAutofit/>
          </a:bodyPr>
          <a:lstStyle/>
          <a:p>
            <a:pPr algn="l"/>
            <a:r>
              <a:rPr lang="ru-RU" sz="1300" b="1" i="0" dirty="0">
                <a:solidFill>
                  <a:srgbClr val="262727"/>
                </a:solidFill>
                <a:effectLst/>
                <a:latin typeface="var(--roboto-sans-serif)"/>
              </a:rPr>
              <a:t>Адрес:</a:t>
            </a:r>
            <a:b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</a:br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Республика Казахстан, 090003, г. Уральск,</a:t>
            </a:r>
          </a:p>
          <a:p>
            <a:pPr algn="l"/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 ул. Григорий Потанин, 13/3</a:t>
            </a:r>
          </a:p>
          <a:p>
            <a:pPr algn="l"/>
            <a:r>
              <a:rPr lang="ru-RU" sz="1300" b="1" i="0" dirty="0">
                <a:solidFill>
                  <a:srgbClr val="262727"/>
                </a:solidFill>
                <a:effectLst/>
                <a:latin typeface="var(--roboto-sans-serif)"/>
              </a:rPr>
              <a:t>E-mail:</a:t>
            </a:r>
            <a:endParaRPr lang="ru-RU" sz="1300" b="0" i="0" dirty="0">
              <a:solidFill>
                <a:srgbClr val="262727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Отдел сбыта:</a:t>
            </a:r>
            <a:b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</a:br>
            <a:r>
              <a:rPr lang="ru-RU" sz="1300" b="0" i="0" dirty="0">
                <a:solidFill>
                  <a:srgbClr val="262727"/>
                </a:solidFill>
                <a:effectLst/>
                <a:latin typeface="var(--roboto-sans-serif)"/>
                <a:hlinkClick r:id="rId3"/>
              </a:rPr>
              <a:t>a.kenzhalieva@kublei.kz</a:t>
            </a:r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 — Асель</a:t>
            </a:r>
            <a:b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</a:br>
            <a:r>
              <a:rPr lang="ru-RU" sz="1300" b="0" i="0" dirty="0">
                <a:solidFill>
                  <a:srgbClr val="262727"/>
                </a:solidFill>
                <a:effectLst/>
                <a:latin typeface="var(--roboto-sans-serif)"/>
                <a:hlinkClick r:id="rId4"/>
              </a:rPr>
              <a:t>e.nosyreva@kublei.kz</a:t>
            </a:r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 — Елена</a:t>
            </a:r>
          </a:p>
          <a:p>
            <a:pPr algn="l"/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algn="l"/>
            <a:r>
              <a:rPr lang="ru-RU" sz="1300" b="1" i="0" dirty="0">
                <a:solidFill>
                  <a:srgbClr val="262727"/>
                </a:solidFill>
                <a:effectLst/>
                <a:latin typeface="var(--roboto-sans-serif)"/>
              </a:rPr>
              <a:t>Канцелярия телефон/факс:</a:t>
            </a:r>
            <a:endParaRPr lang="ru-RU" sz="1300" b="0" i="0" dirty="0">
              <a:solidFill>
                <a:srgbClr val="262727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sz="1300" b="0" i="0" dirty="0">
                <a:solidFill>
                  <a:srgbClr val="262727"/>
                </a:solidFill>
                <a:effectLst/>
                <a:latin typeface="var(--roboto-sans-serif)"/>
                <a:hlinkClick r:id="rId5"/>
              </a:rPr>
              <a:t>info@kublei.kz</a:t>
            </a:r>
            <a:b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</a:br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8 (7112) 21-15-05, 21-38-78</a:t>
            </a:r>
          </a:p>
          <a:p>
            <a:pPr algn="l"/>
            <a:r>
              <a:rPr lang="ru-RU" sz="1300" b="1" i="0" dirty="0">
                <a:solidFill>
                  <a:srgbClr val="262727"/>
                </a:solidFill>
                <a:effectLst/>
                <a:latin typeface="var(--roboto-sans-serif)"/>
              </a:rPr>
              <a:t>Отдел сбыта:</a:t>
            </a:r>
            <a:b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</a:br>
            <a:r>
              <a:rPr lang="ru-RU" sz="1300" b="0" i="0" dirty="0">
                <a:solidFill>
                  <a:srgbClr val="262727"/>
                </a:solidFill>
                <a:effectLst/>
                <a:latin typeface="Roboto" panose="02000000000000000000" pitchFamily="2" charset="0"/>
              </a:rPr>
              <a:t>8 (7112) 21-06-18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A5CB2-5523-4E40-A544-0EB770790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ru-RU" sz="1100" noProof="1"/>
              <a:t>Если у Вас, возникли какие – либо вопросы или предложения к другим отделам нашей компании, просьба отправлять Ваши письма на электронный адрес приемной нашей компании </a:t>
            </a:r>
            <a:r>
              <a:rPr lang="ru-RU" sz="1100" noProof="1">
                <a:solidFill>
                  <a:srgbClr val="0070C0"/>
                </a:solidFill>
              </a:rPr>
              <a:t>info@kublei.kz</a:t>
            </a:r>
            <a:r>
              <a:rPr lang="ru-RU" sz="1100" noProof="1"/>
              <a:t>, в теме письма укажите отдел, которому направлено Ваше письмо.</a:t>
            </a:r>
            <a:endParaRPr lang="en-US" sz="1100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E8C2A-48BE-46BF-8CEA-FC756C14BE33}"/>
              </a:ext>
            </a:extLst>
          </p:cNvPr>
          <p:cNvSpPr txBox="1"/>
          <p:nvPr/>
        </p:nvSpPr>
        <p:spPr>
          <a:xfrm>
            <a:off x="0" y="4809951"/>
            <a:ext cx="1945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LOGO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7EF3325-B71C-0D36-D1A1-39589468C171}"/>
              </a:ext>
            </a:extLst>
          </p:cNvPr>
          <p:cNvSpPr txBox="1">
            <a:spLocks/>
          </p:cNvSpPr>
          <p:nvPr/>
        </p:nvSpPr>
        <p:spPr>
          <a:xfrm>
            <a:off x="5350024" y="2802109"/>
            <a:ext cx="6841976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300" b="1">
                <a:solidFill>
                  <a:srgbClr val="262727"/>
                </a:solidFill>
                <a:latin typeface="var(--roboto-sans-serif)"/>
              </a:rPr>
              <a:t>Адрес:</a:t>
            </a:r>
            <a:b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</a:br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Республика Казахстан, 090003, г. Уральск,</a:t>
            </a:r>
          </a:p>
          <a:p>
            <a:pPr algn="r"/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 ул. Григорий Потанин, 13/3</a:t>
            </a:r>
          </a:p>
          <a:p>
            <a:pPr algn="r"/>
            <a:r>
              <a:rPr lang="ru-RU" sz="1300" b="1">
                <a:solidFill>
                  <a:srgbClr val="262727"/>
                </a:solidFill>
                <a:latin typeface="var(--roboto-sans-serif)"/>
              </a:rPr>
              <a:t>E-mail:</a:t>
            </a:r>
            <a:endParaRPr lang="ru-RU" sz="1300">
              <a:solidFill>
                <a:srgbClr val="262727"/>
              </a:solidFill>
              <a:latin typeface="Roboto" panose="02000000000000000000" pitchFamily="2" charset="0"/>
            </a:endParaRPr>
          </a:p>
          <a:p>
            <a:pPr algn="r"/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Отдел сбыта:</a:t>
            </a:r>
            <a:b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</a:br>
            <a:r>
              <a:rPr lang="ru-RU" sz="1300">
                <a:solidFill>
                  <a:srgbClr val="262727"/>
                </a:solidFill>
                <a:latin typeface="var(--roboto-sans-serif)"/>
                <a:hlinkClick r:id="rId3"/>
              </a:rPr>
              <a:t>a.kenzhalieva@kublei.kz</a:t>
            </a:r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 — Асель</a:t>
            </a:r>
            <a:b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</a:br>
            <a:r>
              <a:rPr lang="ru-RU" sz="1300">
                <a:solidFill>
                  <a:srgbClr val="262727"/>
                </a:solidFill>
                <a:latin typeface="var(--roboto-sans-serif)"/>
                <a:hlinkClick r:id="rId4"/>
              </a:rPr>
              <a:t>e.nosyreva@kublei.kz</a:t>
            </a:r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 — Елена</a:t>
            </a:r>
          </a:p>
          <a:p>
            <a:pPr algn="r"/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 </a:t>
            </a:r>
          </a:p>
          <a:p>
            <a:pPr algn="r"/>
            <a:r>
              <a:rPr lang="ru-RU" sz="1300" b="1">
                <a:solidFill>
                  <a:srgbClr val="262727"/>
                </a:solidFill>
                <a:latin typeface="var(--roboto-sans-serif)"/>
              </a:rPr>
              <a:t>Канцелярия телефон/факс:</a:t>
            </a:r>
            <a:endParaRPr lang="ru-RU" sz="1300">
              <a:solidFill>
                <a:srgbClr val="262727"/>
              </a:solidFill>
              <a:latin typeface="Roboto" panose="02000000000000000000" pitchFamily="2" charset="0"/>
            </a:endParaRPr>
          </a:p>
          <a:p>
            <a:pPr algn="r"/>
            <a:r>
              <a:rPr lang="ru-RU" sz="1300">
                <a:solidFill>
                  <a:srgbClr val="262727"/>
                </a:solidFill>
                <a:latin typeface="var(--roboto-sans-serif)"/>
                <a:hlinkClick r:id="rId5"/>
              </a:rPr>
              <a:t>info@kublei.kz</a:t>
            </a:r>
            <a:b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</a:br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8 (7112) 21-15-05, 21-38-78</a:t>
            </a:r>
          </a:p>
          <a:p>
            <a:pPr algn="r"/>
            <a:r>
              <a:rPr lang="ru-RU" sz="1300" b="1">
                <a:solidFill>
                  <a:srgbClr val="262727"/>
                </a:solidFill>
                <a:latin typeface="var(--roboto-sans-serif)"/>
              </a:rPr>
              <a:t>Отдел сбыта:</a:t>
            </a:r>
            <a:b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</a:br>
            <a:r>
              <a:rPr lang="ru-RU" sz="1300">
                <a:solidFill>
                  <a:srgbClr val="262727"/>
                </a:solidFill>
                <a:latin typeface="Roboto" panose="02000000000000000000" pitchFamily="2" charset="0"/>
              </a:rPr>
              <a:t>8 (7112) 21-06-18</a:t>
            </a:r>
            <a:endParaRPr lang="ru-RU" sz="1300" dirty="0">
              <a:solidFill>
                <a:srgbClr val="262727"/>
              </a:solidFill>
              <a:latin typeface="Roboto" panose="02000000000000000000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1327A09-F03D-CB2F-5C36-E6A528C521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4724401"/>
            <a:ext cx="1834306" cy="1834306"/>
          </a:xfrm>
          <a:prstGeom prst="rect">
            <a:avLst/>
          </a:prstGeom>
        </p:spPr>
      </p:pic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20B294F5-F209-4824-8D8E-746EE0ED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3794"/>
            <a:ext cx="4114800" cy="365125"/>
          </a:xfrm>
        </p:spPr>
        <p:txBody>
          <a:bodyPr/>
          <a:lstStyle/>
          <a:p>
            <a:r>
              <a:rPr lang="en-US" noProof="1"/>
              <a:t>www.kublei.kz</a:t>
            </a:r>
          </a:p>
        </p:txBody>
      </p:sp>
    </p:spTree>
    <p:extLst>
      <p:ext uri="{BB962C8B-B14F-4D97-AF65-F5344CB8AC3E}">
        <p14:creationId xmlns:p14="http://schemas.microsoft.com/office/powerpoint/2010/main" val="647294519"/>
      </p:ext>
    </p:extLst>
  </p:cSld>
  <p:clrMapOvr>
    <a:masterClrMapping/>
  </p:clrMapOvr>
</p:sld>
</file>

<file path=ppt/theme/theme1.xml><?xml version="1.0" encoding="utf-8"?>
<a:theme xmlns:a="http://schemas.openxmlformats.org/drawingml/2006/main" name="SHOWEET-CORP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howeet theme">
  <a:themeElements>
    <a:clrScheme name="SHO-DARK PRO">
      <a:dk1>
        <a:srgbClr val="25252B"/>
      </a:dk1>
      <a:lt1>
        <a:sysClr val="window" lastClr="FFFFFF"/>
      </a:lt1>
      <a:dk2>
        <a:srgbClr val="404152"/>
      </a:dk2>
      <a:lt2>
        <a:srgbClr val="E7E6E6"/>
      </a:lt2>
      <a:accent1>
        <a:srgbClr val="08CF96"/>
      </a:accent1>
      <a:accent2>
        <a:srgbClr val="FDEF54"/>
      </a:accent2>
      <a:accent3>
        <a:srgbClr val="3598FE"/>
      </a:accent3>
      <a:accent4>
        <a:srgbClr val="EF3C77"/>
      </a:accent4>
      <a:accent5>
        <a:srgbClr val="FF9933"/>
      </a:accent5>
      <a:accent6>
        <a:srgbClr val="08CF96"/>
      </a:accent6>
      <a:hlink>
        <a:srgbClr val="08CF96"/>
      </a:hlink>
      <a:folHlink>
        <a:srgbClr val="08CF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howeet">
  <a:themeElements>
    <a:clrScheme name="Sho-RETRO">
      <a:dk1>
        <a:srgbClr val="231F20"/>
      </a:dk1>
      <a:lt1>
        <a:sysClr val="window" lastClr="FFFFFF"/>
      </a:lt1>
      <a:dk2>
        <a:srgbClr val="1E2631"/>
      </a:dk2>
      <a:lt2>
        <a:srgbClr val="E9DEDB"/>
      </a:lt2>
      <a:accent1>
        <a:srgbClr val="CD5727"/>
      </a:accent1>
      <a:accent2>
        <a:srgbClr val="B54923"/>
      </a:accent2>
      <a:accent3>
        <a:srgbClr val="933416"/>
      </a:accent3>
      <a:accent4>
        <a:srgbClr val="231F20"/>
      </a:accent4>
      <a:accent5>
        <a:srgbClr val="E9DEDB"/>
      </a:accent5>
      <a:accent6>
        <a:srgbClr val="1E2631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77580</TotalTime>
  <Words>960</Words>
  <Application>Microsoft Office PowerPoint</Application>
  <PresentationFormat>Широкоэкранный</PresentationFormat>
  <Paragraphs>136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7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Open Sans</vt:lpstr>
      <vt:lpstr>Roboto</vt:lpstr>
      <vt:lpstr>Times New Roman</vt:lpstr>
      <vt:lpstr>var(--merriweather)</vt:lpstr>
      <vt:lpstr>var(--roboto-sans-serif)</vt:lpstr>
      <vt:lpstr>Wingdings</vt:lpstr>
      <vt:lpstr>SHOWEET-CORPO</vt:lpstr>
      <vt:lpstr>Showeet theme</vt:lpstr>
      <vt:lpstr>showeet</vt:lpstr>
      <vt:lpstr>Мясоперерабатывающий комплекс</vt:lpstr>
      <vt:lpstr>О предприятии</vt:lpstr>
      <vt:lpstr>О предприятии</vt:lpstr>
      <vt:lpstr>Экспорт</vt:lpstr>
      <vt:lpstr>Сотрудничество</vt:lpstr>
      <vt:lpstr>Наши приемущества</vt:lpstr>
      <vt:lpstr>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 - PowerPoint Template</dc:title>
  <dc:creator>showeet.com</dc:creator>
  <dc:description>© Copyright Showeet.com</dc:description>
  <cp:lastModifiedBy>Сергей Сергей</cp:lastModifiedBy>
  <cp:revision>7</cp:revision>
  <dcterms:created xsi:type="dcterms:W3CDTF">2011-05-09T14:18:21Z</dcterms:created>
  <dcterms:modified xsi:type="dcterms:W3CDTF">2024-07-18T07:11:08Z</dcterms:modified>
  <cp:category>Templates</cp:category>
</cp:coreProperties>
</file>